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ddc6a47e2b4411" /><Relationship Type="http://schemas.openxmlformats.org/officeDocument/2006/relationships/extended-properties" Target="/docProps/app.xml" Id="Ra29ca4e5fb26409e" /><Relationship Type="http://schemas.openxmlformats.org/officeDocument/2006/relationships/officeDocument" Target="/ppt/presentation.xml" Id="Ra6ffc58c567740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5a3d0d8f6c47e1"/>
  </p:sldMasterIdLst>
  <p:notesMasterIdLst>
    <p:notesMasterId xmlns:r="http://schemas.openxmlformats.org/officeDocument/2006/relationships" r:id="R86754d5d08224fa7"/>
  </p:notesMasterIdLst>
  <p:sldIdLst>
    <p:sldId xmlns:r="http://schemas.openxmlformats.org/officeDocument/2006/relationships" id="256" r:id="R6b87f17b6c1245cb"/>
    <p:sldId xmlns:r="http://schemas.openxmlformats.org/officeDocument/2006/relationships" id="257" r:id="R7273e4b38c224f97"/>
    <p:sldId xmlns:r="http://schemas.openxmlformats.org/officeDocument/2006/relationships" id="258" r:id="R25a2b7d5511f4cdc"/>
    <p:sldId xmlns:r="http://schemas.openxmlformats.org/officeDocument/2006/relationships" id="259" r:id="Rb7e3510c0d544cf5"/>
    <p:sldId xmlns:r="http://schemas.openxmlformats.org/officeDocument/2006/relationships" id="260" r:id="Rd82a0cb43e7242b1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87651e55bf47f3" /><Relationship Type="http://schemas.openxmlformats.org/officeDocument/2006/relationships/slideMaster" Target="/ppt/slideMasters/slideMaster1.xml" Id="R735a3d0d8f6c47e1" /><Relationship Type="http://schemas.openxmlformats.org/officeDocument/2006/relationships/notesMaster" Target="/ppt/notesMasters/notesMaster1.xml" Id="R86754d5d08224fa7" /><Relationship Type="http://schemas.openxmlformats.org/officeDocument/2006/relationships/presProps" Target="/ppt/presProps.xml" Id="Rad3da4e57d514478" /><Relationship Type="http://schemas.openxmlformats.org/officeDocument/2006/relationships/tableStyles" Target="/ppt/tableStyles.xml" Id="R0fd5b88d94de4886" /><Relationship Type="http://schemas.openxmlformats.org/officeDocument/2006/relationships/slide" Target="/ppt/slides/slide1.xml" Id="R6b87f17b6c1245cb" /><Relationship Type="http://schemas.openxmlformats.org/officeDocument/2006/relationships/slide" Target="/ppt/slides/slide2.xml" Id="R7273e4b38c224f97" /><Relationship Type="http://schemas.openxmlformats.org/officeDocument/2006/relationships/slide" Target="/ppt/slides/slide3.xml" Id="R25a2b7d5511f4cdc" /><Relationship Type="http://schemas.openxmlformats.org/officeDocument/2006/relationships/slide" Target="/ppt/slides/slide4.xml" Id="Rb7e3510c0d544cf5" /><Relationship Type="http://schemas.openxmlformats.org/officeDocument/2006/relationships/slide" Target="/ppt/slides/slide5.xml" Id="Rd82a0cb43e7242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0d838cb88140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2fd24e660d4de3" /><Relationship Type="http://schemas.openxmlformats.org/officeDocument/2006/relationships/notesMaster" Target="/ppt/notesMasters/notesMaster1.xml" Id="Raea87e56d9534b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70590e429749c2" /><Relationship Type="http://schemas.openxmlformats.org/officeDocument/2006/relationships/notesMaster" Target="/ppt/notesMasters/notesMaster1.xml" Id="R9a02affa9c8f40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a2164843e7419c" /><Relationship Type="http://schemas.openxmlformats.org/officeDocument/2006/relationships/notesMaster" Target="/ppt/notesMasters/notesMaster1.xml" Id="R6e7aad3befc444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5b771dbb174360" /><Relationship Type="http://schemas.openxmlformats.org/officeDocument/2006/relationships/notesMaster" Target="/ppt/notesMasters/notesMaster1.xml" Id="R5909744251334a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9552255d1d4dd7" /><Relationship Type="http://schemas.openxmlformats.org/officeDocument/2006/relationships/notesMaster" Target="/ppt/notesMasters/notesMaster1.xml" Id="R5849fa6d93a444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fb842cf8d4c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2e177a37f84362" /><Relationship Type="http://schemas.openxmlformats.org/officeDocument/2006/relationships/slideLayout" Target="/ppt/slideLayouts/slideLayout1.xml" Id="Re3452cd5b07548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452cd5b07548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038a842124ce3" /><Relationship Type="http://schemas.openxmlformats.org/officeDocument/2006/relationships/image" Target="/ppt/media/image.png" Id="R5441015614024b93" /><Relationship Type="http://schemas.openxmlformats.org/officeDocument/2006/relationships/notesSlide" Target="/ppt/notesSlides/notesSlide1.xml" Id="Rd0a22ba12caa4d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5b689a7dc4bb8" /><Relationship Type="http://schemas.openxmlformats.org/officeDocument/2006/relationships/image" Target="/ppt/media/image2.png" Id="R981983f146164dba" /><Relationship Type="http://schemas.openxmlformats.org/officeDocument/2006/relationships/notesSlide" Target="/ppt/notesSlides/notesSlide2.xml" Id="R7a1788b0bb9448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84c1e9036468c" /><Relationship Type="http://schemas.openxmlformats.org/officeDocument/2006/relationships/image" Target="/ppt/media/image3.png" Id="R1f21380b36fc459f" /><Relationship Type="http://schemas.openxmlformats.org/officeDocument/2006/relationships/notesSlide" Target="/ppt/notesSlides/notesSlide3.xml" Id="Rf270f7eecd4741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2ec5e917b4ce8" /><Relationship Type="http://schemas.openxmlformats.org/officeDocument/2006/relationships/image" Target="/ppt/media/image4.png" Id="R35951792a9e04544" /><Relationship Type="http://schemas.openxmlformats.org/officeDocument/2006/relationships/notesSlide" Target="/ppt/notesSlides/notesSlide4.xml" Id="Rd7ee103878a847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003f5916b4163" /><Relationship Type="http://schemas.openxmlformats.org/officeDocument/2006/relationships/image" Target="/ppt/media/image5.png" Id="R7ddd7054c5ed4472" /><Relationship Type="http://schemas.openxmlformats.org/officeDocument/2006/relationships/notesSlide" Target="/ppt/notesSlides/notesSlide5.xml" Id="Rc5b5c5a88a784e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D2A44-08D0-447F-929D-CD67B3D7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2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8274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B98274"/>
                </a:solidFill>
                <a:latin typeface="DM Sans"/>
                <a:ea typeface="DM Sans"/>
                <a:cs typeface="DM Sans"/>
              </a:rPr>
              <a:t>WEEKEND PHOTO DIARY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4C626-1A43-49B1-B643-21ED4557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7200">
                <a:solidFill>
                  <a:srgbClr val="342E3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7200">
                <a:solidFill>
                  <a:srgbClr val="342E3F"/>
                </a:solidFill>
                <a:latin typeface="Cormorant Garamond"/>
                <a:ea typeface="Cormorant Garamond"/>
                <a:cs typeface="Cormorant Garamond"/>
              </a:rPr>
              <a:t>weekend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B3FB5-F178-4278-9B95-66365F89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2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8CFB6-E280-4207-8FF8-13C24020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409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025">
                <a:solidFill>
                  <a:srgbClr val="342E3F"/>
                </a:solidFill>
                <a:latin typeface="DM Sans"/>
                <a:ea typeface="DM Sans"/>
                <a:cs typeface="DM Sans"/>
              </a:defRPr>
            </a:pPr>
            <a:r>
              <a:rPr sz="2025">
                <a:solidFill>
                  <a:srgbClr val="342E3F"/>
                </a:solidFill>
                <a:latin typeface="DM Sans"/>
                <a:ea typeface="DM Sans"/>
                <a:cs typeface="DM Sans"/>
              </a:rPr>
              <a:t>coffee, a few pages, and nowhere urgent to be.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4DBE2-2CE1-4D73-8C15-CC88DBF1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334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8274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B98274"/>
                </a:solidFill>
                <a:latin typeface="DM Sans"/>
                <a:ea typeface="DM Sans"/>
                <a:cs typeface="DM Sans"/>
              </a:rPr>
              <a:t>01  /  Cormorant Garamond + DM Sans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1015614024b93"/>
          <a:srcRect xmlns:a="http://schemas.openxmlformats.org/drawingml/2006/main" l="12694" t="0" r="126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190750"/>
            <a:ext cx="3924300" cy="6572250"/>
          </a:xfrm>
          <a:prstGeom xmlns:a="http://schemas.openxmlformats.org/drawingml/2006/main" prst="roundRect">
            <a:avLst>
              <a:gd name="adj" fmla="val 388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A8FC5-AD38-4ED0-8288-43C1E1C7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667875"/>
            <a:ext cx="2571750" cy="666750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B9827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88221-B9BB-4093-9C34-242CEA1E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886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8274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B98274"/>
                </a:solidFill>
                <a:latin typeface="DM Sans"/>
                <a:ea typeface="DM Sans"/>
                <a:cs typeface="DM Sans"/>
              </a:rPr>
              <a:t>SAVE THIS FEELING</a:t>
            </a:r>
          </a:p>
        </p:txBody>
      </p:sp>
    </p:spTree>
    <p:extLst>
      <p:ext uri="{BB962C8B-B14F-4D97-AF65-F5344CB8AC3E}">
        <p14:creationId xmlns:p14="http://schemas.microsoft.com/office/powerpoint/2010/main" val="176268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7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692F3-A154-4637-ABD0-4AF14474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2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WEEKEND PHOTO DIARY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14A6A-F6BE-4245-886E-A754E3A3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7200">
                <a:solidFill>
                  <a:srgbClr val="342E3F"/>
                </a:solidFill>
                <a:latin typeface="DM Serif Display"/>
                <a:ea typeface="DM Serif Display"/>
                <a:cs typeface="DM Serif Display"/>
              </a:defRPr>
            </a:pPr>
            <a:r>
              <a:rPr sz="7200">
                <a:solidFill>
                  <a:srgbClr val="342E3F"/>
                </a:solidFill>
                <a:latin typeface="DM Serif Display"/>
                <a:ea typeface="DM Serif Display"/>
                <a:cs typeface="DM Serif Display"/>
              </a:rPr>
              <a:t>little rituals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DFD1B-8859-4B43-A298-DD4C8E2D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6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6B106-A6D2-4EF4-9623-B3B092E9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409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025">
                <a:solidFill>
                  <a:srgbClr val="342E3F"/>
                </a:solidFill>
                <a:latin typeface="DM Sans"/>
                <a:ea typeface="DM Sans"/>
                <a:cs typeface="DM Sans"/>
              </a:defRPr>
            </a:pPr>
            <a:r>
              <a:rPr sz="2025">
                <a:solidFill>
                  <a:srgbClr val="342E3F"/>
                </a:solidFill>
                <a:latin typeface="DM Sans"/>
                <a:ea typeface="DM Sans"/>
                <a:cs typeface="DM Sans"/>
              </a:rPr>
              <a:t>small things that made the day softer.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57A0C-61A4-4970-A98B-5A5CFA00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334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02  /  DM Serif Display + DM Sans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983f146164dba"/>
          <a:srcRect xmlns:a="http://schemas.openxmlformats.org/drawingml/2006/main" l="12694" t="0" r="126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190750"/>
            <a:ext cx="3924300" cy="6572250"/>
          </a:xfrm>
          <a:prstGeom xmlns:a="http://schemas.openxmlformats.org/drawingml/2006/main" prst="roundRect">
            <a:avLst>
              <a:gd name="adj" fmla="val 388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64EC2-31FD-4DD3-9AEF-03EB73A7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667875"/>
            <a:ext cx="2571750" cy="666750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9D6A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BFEF1-3778-4304-8878-2CF2003F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886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SAVE THIS FEELING</a:t>
            </a:r>
          </a:p>
        </p:txBody>
      </p:sp>
    </p:spTree>
    <p:extLst>
      <p:ext uri="{BB962C8B-B14F-4D97-AF65-F5344CB8AC3E}">
        <p14:creationId xmlns:p14="http://schemas.microsoft.com/office/powerpoint/2010/main" val="8183773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EE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B27FE-1295-4D06-A5DB-70343887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2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8790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6B8790"/>
                </a:solidFill>
                <a:latin typeface="Manrope"/>
                <a:ea typeface="Manrope"/>
                <a:cs typeface="Manrope"/>
              </a:rPr>
              <a:t>WEEKEND PHOTO DIARY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8A92B-D7F1-446F-8D3D-58F9AA6C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7200">
                <a:solidFill>
                  <a:srgbClr val="26343A"/>
                </a:solidFill>
                <a:latin typeface="Fraunces"/>
                <a:ea typeface="Fraunces"/>
                <a:cs typeface="Fraunces"/>
              </a:defRPr>
            </a:pPr>
            <a:r>
              <a:rPr sz="7200">
                <a:solidFill>
                  <a:srgbClr val="26343A"/>
                </a:solidFill>
                <a:latin typeface="Fraunces"/>
                <a:ea typeface="Fraunces"/>
                <a:cs typeface="Fraunces"/>
              </a:rPr>
              <a:t>currently loving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3AE84-7A55-49DF-9C08-7E6A39F1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7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AD6B4-58BF-4FA2-8095-5E318666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409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025">
                <a:solidFill>
                  <a:srgbClr val="26343A"/>
                </a:solidFill>
                <a:latin typeface="Manrope"/>
                <a:ea typeface="Manrope"/>
                <a:cs typeface="Manrope"/>
              </a:defRPr>
            </a:pPr>
            <a:r>
              <a:rPr sz="2025">
                <a:solidFill>
                  <a:srgbClr val="26343A"/>
                </a:solidFill>
                <a:latin typeface="Manrope"/>
                <a:ea typeface="Manrope"/>
                <a:cs typeface="Manrope"/>
              </a:rPr>
              <a:t>soft light, open windows, and flowers that make the room feel awake.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85A26-D37B-4FEB-B6EA-3EFA4BA4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334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B8790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6B8790"/>
                </a:solidFill>
                <a:latin typeface="Manrope"/>
                <a:ea typeface="Manrope"/>
                <a:cs typeface="Manrope"/>
              </a:rPr>
              <a:t>03  /  Fraunces + Manrope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1380b36fc459f"/>
          <a:srcRect xmlns:a="http://schemas.openxmlformats.org/drawingml/2006/main" l="12694" t="0" r="126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190750"/>
            <a:ext cx="3924300" cy="6572250"/>
          </a:xfrm>
          <a:prstGeom xmlns:a="http://schemas.openxmlformats.org/drawingml/2006/main" prst="roundRect">
            <a:avLst>
              <a:gd name="adj" fmla="val 388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819C5-5E4D-43EC-8F35-C2CEED3D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667875"/>
            <a:ext cx="2571750" cy="666750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6B879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82D3D-B6AC-4D01-B38F-12200AA7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886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8790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6B8790"/>
                </a:solidFill>
                <a:latin typeface="Manrope"/>
                <a:ea typeface="Manrope"/>
                <a:cs typeface="Manrope"/>
              </a:rPr>
              <a:t>SAVE THIS FEELING</a:t>
            </a:r>
          </a:p>
        </p:txBody>
      </p:sp>
    </p:spTree>
    <p:extLst>
      <p:ext uri="{BB962C8B-B14F-4D97-AF65-F5344CB8AC3E}">
        <p14:creationId xmlns:p14="http://schemas.microsoft.com/office/powerpoint/2010/main" val="3454580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E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370EA-1BB7-46AC-B7B7-9A6D276C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2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27FA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75" b="1">
                <a:solidFill>
                  <a:srgbClr val="927FA1"/>
                </a:solidFill>
                <a:latin typeface="Plus Jakarta Sans"/>
                <a:ea typeface="Plus Jakarta Sans"/>
                <a:cs typeface="Plus Jakarta Sans"/>
              </a:rPr>
              <a:t>WEEKEND PHOTO DIARY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427D7-1916-4B6B-90F0-036E9FBC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7200">
                <a:solidFill>
                  <a:srgbClr val="3C3046"/>
                </a:solidFill>
                <a:latin typeface="Libre Baskerville"/>
                <a:ea typeface="Libre Baskerville"/>
                <a:cs typeface="Libre Baskerville"/>
              </a:defRPr>
            </a:pPr>
            <a:r>
              <a:rPr sz="7200">
                <a:solidFill>
                  <a:srgbClr val="3C3046"/>
                </a:solidFill>
                <a:latin typeface="Libre Baskerville"/>
                <a:ea typeface="Libre Baskerville"/>
                <a:cs typeface="Libre Baskerville"/>
              </a:rPr>
              <a:t>a soft reset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19A2B-6A3A-4BCE-873B-E2767A34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7F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BB8BB-4B70-4274-8006-C83CB4E5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409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025">
                <a:solidFill>
                  <a:srgbClr val="3C3046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2025">
                <a:solidFill>
                  <a:srgbClr val="3C3046"/>
                </a:solidFill>
                <a:latin typeface="Plus Jakarta Sans"/>
                <a:ea typeface="Plus Jakarta Sans"/>
                <a:cs typeface="Plus Jakarta Sans"/>
              </a:rPr>
              <a:t>rest is part of the 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86E6D-72D1-417B-B314-066506FE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334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27FA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00" b="1">
                <a:solidFill>
                  <a:srgbClr val="927FA1"/>
                </a:solidFill>
                <a:latin typeface="Plus Jakarta Sans"/>
                <a:ea typeface="Plus Jakarta Sans"/>
                <a:cs typeface="Plus Jakarta Sans"/>
              </a:rPr>
              <a:t>04  /  Libre Baskerville + Plus Jakarta Sans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51792a9e04544"/>
          <a:srcRect xmlns:a="http://schemas.openxmlformats.org/drawingml/2006/main" l="12694" t="0" r="126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190750"/>
            <a:ext cx="3924300" cy="6572250"/>
          </a:xfrm>
          <a:prstGeom xmlns:a="http://schemas.openxmlformats.org/drawingml/2006/main" prst="roundRect">
            <a:avLst>
              <a:gd name="adj" fmla="val 388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68544-6C1A-4F64-AEAB-12D90B2F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667875"/>
            <a:ext cx="2571750" cy="666750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927FA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2C6BF-26FC-4B23-A175-64BF4BFF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886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27FA1"/>
                </a:solidFill>
                <a:latin typeface="Plus Jakarta Sans"/>
                <a:ea typeface="Plus Jakarta Sans"/>
                <a:cs typeface="Plus Jakarta Sans"/>
              </a:defRPr>
            </a:pPr>
            <a:r>
              <a:rPr sz="1200" b="1">
                <a:solidFill>
                  <a:srgbClr val="927FA1"/>
                </a:solidFill>
                <a:latin typeface="Plus Jakarta Sans"/>
                <a:ea typeface="Plus Jakarta Sans"/>
                <a:cs typeface="Plus Jakarta Sans"/>
              </a:rPr>
              <a:t>SAVE THIS FEELING</a:t>
            </a:r>
          </a:p>
        </p:txBody>
      </p:sp>
    </p:spTree>
    <p:extLst>
      <p:ext uri="{BB962C8B-B14F-4D97-AF65-F5344CB8AC3E}">
        <p14:creationId xmlns:p14="http://schemas.microsoft.com/office/powerpoint/2010/main" val="7590331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2E7D8-9B54-430E-96DC-E0387BDE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2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F8068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AF8068"/>
                </a:solidFill>
                <a:latin typeface="DM Sans"/>
                <a:ea typeface="DM Sans"/>
                <a:cs typeface="DM Sans"/>
              </a:rPr>
              <a:t>WEEKEND PHOTO DIARY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20143-294E-4B69-A3B7-1034B7AC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7200">
                <a:solidFill>
                  <a:srgbClr val="3A3027"/>
                </a:solidFill>
                <a:latin typeface="Bodoni Moda"/>
                <a:ea typeface="Bodoni Moda"/>
                <a:cs typeface="Bodoni Moda"/>
              </a:defRPr>
            </a:pPr>
            <a:r>
              <a:rPr sz="7200">
                <a:solidFill>
                  <a:srgbClr val="3A3027"/>
                </a:solidFill>
                <a:latin typeface="Bodoni Moda"/>
                <a:ea typeface="Bodoni Moda"/>
                <a:cs typeface="Bodoni Moda"/>
              </a:rPr>
              <a:t>a little life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5A70C-8DD3-4EF8-B92E-4514B2FE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80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56F4F-DA4A-433D-A3D0-5ECAB939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409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025">
                <a:solidFill>
                  <a:srgbClr val="3A3027"/>
                </a:solidFill>
                <a:latin typeface="DM Sans"/>
                <a:ea typeface="DM Sans"/>
                <a:cs typeface="DM Sans"/>
              </a:defRPr>
            </a:pPr>
            <a:r>
              <a:rPr sz="2025">
                <a:solidFill>
                  <a:srgbClr val="3A3027"/>
                </a:solidFill>
                <a:latin typeface="DM Sans"/>
                <a:ea typeface="DM Sans"/>
                <a:cs typeface="DM Sans"/>
              </a:rPr>
              <a:t>a walk, a change of pace, and the feeling of coming back to myself.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2F185-2B42-466D-A2B8-34F61BA4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334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F8068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AF8068"/>
                </a:solidFill>
                <a:latin typeface="DM Sans"/>
                <a:ea typeface="DM Sans"/>
                <a:cs typeface="DM Sans"/>
              </a:rPr>
              <a:t>05  /  Bodoni Moda + DM Sans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d7054c5ed4472"/>
          <a:srcRect xmlns:a="http://schemas.openxmlformats.org/drawingml/2006/main" l="12694" t="0" r="126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190750"/>
            <a:ext cx="3924300" cy="6572250"/>
          </a:xfrm>
          <a:prstGeom xmlns:a="http://schemas.openxmlformats.org/drawingml/2006/main" prst="roundRect">
            <a:avLst>
              <a:gd name="adj" fmla="val 388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A3A56-B999-4D7E-A69E-848D0AFF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667875"/>
            <a:ext cx="2571750" cy="666750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AF80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67C98-8A59-4D75-8A91-240BF37C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886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F8068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AF8068"/>
                </a:solidFill>
                <a:latin typeface="DM Sans"/>
                <a:ea typeface="DM Sans"/>
                <a:cs typeface="DM Sans"/>
              </a:rPr>
              <a:t>SAVE THIS FEELING</a:t>
            </a:r>
          </a:p>
        </p:txBody>
      </p:sp>
    </p:spTree>
    <p:extLst>
      <p:ext uri="{BB962C8B-B14F-4D97-AF65-F5344CB8AC3E}">
        <p14:creationId xmlns:p14="http://schemas.microsoft.com/office/powerpoint/2010/main" val="974227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2026-08-10T09:51:52.8460000Z</dcterms:created>
  <dcterms:modified xsi:type="dcterms:W3CDTF">2026-08-10T09:51:52.8470000Z</dcterms:modified>
</coreProperties>
</file>