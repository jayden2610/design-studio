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155e963dd84bd4" /><Relationship Type="http://schemas.openxmlformats.org/officeDocument/2006/relationships/extended-properties" Target="/docProps/app.xml" Id="R8911444cb3af459b" /><Relationship Type="http://schemas.openxmlformats.org/officeDocument/2006/relationships/officeDocument" Target="/ppt/presentation.xml" Id="Rf4095db5cad644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0dbe5d32ab49bd"/>
  </p:sldMasterIdLst>
  <p:notesMasterIdLst>
    <p:notesMasterId xmlns:r="http://schemas.openxmlformats.org/officeDocument/2006/relationships" r:id="R5f4da86de0f94cad"/>
  </p:notesMasterIdLst>
  <p:sldIdLst>
    <p:sldId xmlns:r="http://schemas.openxmlformats.org/officeDocument/2006/relationships" id="256" r:id="R8c6e449e769f445c"/>
    <p:sldId xmlns:r="http://schemas.openxmlformats.org/officeDocument/2006/relationships" id="257" r:id="Rac516711905b4170"/>
    <p:sldId xmlns:r="http://schemas.openxmlformats.org/officeDocument/2006/relationships" id="258" r:id="R89ed3db214fe4ee7"/>
    <p:sldId xmlns:r="http://schemas.openxmlformats.org/officeDocument/2006/relationships" id="259" r:id="Rd92e99dab91f440a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19e8cef384463e" /><Relationship Type="http://schemas.openxmlformats.org/officeDocument/2006/relationships/slideMaster" Target="/ppt/slideMasters/slideMaster1.xml" Id="R640dbe5d32ab49bd" /><Relationship Type="http://schemas.openxmlformats.org/officeDocument/2006/relationships/notesMaster" Target="/ppt/notesMasters/notesMaster1.xml" Id="R5f4da86de0f94cad" /><Relationship Type="http://schemas.openxmlformats.org/officeDocument/2006/relationships/presProps" Target="/ppt/presProps.xml" Id="Rfbc3148d9d234b0b" /><Relationship Type="http://schemas.openxmlformats.org/officeDocument/2006/relationships/tableStyles" Target="/ppt/tableStyles.xml" Id="Rb97e7b3a02fb40e7" /><Relationship Type="http://schemas.openxmlformats.org/officeDocument/2006/relationships/slide" Target="/ppt/slides/slide1.xml" Id="R8c6e449e769f445c" /><Relationship Type="http://schemas.openxmlformats.org/officeDocument/2006/relationships/slide" Target="/ppt/slides/slide2.xml" Id="Rac516711905b4170" /><Relationship Type="http://schemas.openxmlformats.org/officeDocument/2006/relationships/slide" Target="/ppt/slides/slide3.xml" Id="R89ed3db214fe4ee7" /><Relationship Type="http://schemas.openxmlformats.org/officeDocument/2006/relationships/slide" Target="/ppt/slides/slide4.xml" Id="Rd92e99dab91f44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ce8c79d8fa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6665b2cfb94a42" /><Relationship Type="http://schemas.openxmlformats.org/officeDocument/2006/relationships/notesMaster" Target="/ppt/notesMasters/notesMaster1.xml" Id="Rf914fb9d06a74c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324ff2f3c847d7" /><Relationship Type="http://schemas.openxmlformats.org/officeDocument/2006/relationships/notesMaster" Target="/ppt/notesMasters/notesMaster1.xml" Id="R1c19316c4f2e44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f9ac9ce20d4da4" /><Relationship Type="http://schemas.openxmlformats.org/officeDocument/2006/relationships/notesMaster" Target="/ppt/notesMasters/notesMaster1.xml" Id="Rdfa79097b72142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3d4f9b7f8d4abb" /><Relationship Type="http://schemas.openxmlformats.org/officeDocument/2006/relationships/notesMaster" Target="/ppt/notesMasters/notesMaster1.xml" Id="R7dbd825235fe45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844a4cd8d4e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7d8a430ab54797" /><Relationship Type="http://schemas.openxmlformats.org/officeDocument/2006/relationships/slideLayout" Target="/ppt/slideLayouts/slideLayout1.xml" Id="R305f6c1c6dec41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5f6c1c6dec41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ae74b050c4ff3" /><Relationship Type="http://schemas.openxmlformats.org/officeDocument/2006/relationships/image" Target="/ppt/media/image.png" Id="R75cb1d61fb5947fe" /><Relationship Type="http://schemas.openxmlformats.org/officeDocument/2006/relationships/notesSlide" Target="/ppt/notesSlides/notesSlide1.xml" Id="R4f27abbfb18940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22e2ec7e546d5" /><Relationship Type="http://schemas.openxmlformats.org/officeDocument/2006/relationships/image" Target="/ppt/media/image2.png" Id="Rc5ee73649fca465f" /><Relationship Type="http://schemas.openxmlformats.org/officeDocument/2006/relationships/notesSlide" Target="/ppt/notesSlides/notesSlide2.xml" Id="Rfc15db8b6f2f45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d2432311a45da" /><Relationship Type="http://schemas.openxmlformats.org/officeDocument/2006/relationships/image" Target="/ppt/media/image3.png" Id="R73da46fb85eb4dc0" /><Relationship Type="http://schemas.openxmlformats.org/officeDocument/2006/relationships/image" Target="/ppt/media/image4.png" Id="Rd0c97b5bdcc94af5" /><Relationship Type="http://schemas.openxmlformats.org/officeDocument/2006/relationships/image" Target="/ppt/media/image5.png" Id="R92384288dff44d83" /><Relationship Type="http://schemas.openxmlformats.org/officeDocument/2006/relationships/notesSlide" Target="/ppt/notesSlides/notesSlide3.xml" Id="Rb63b48d358214b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b5ce1161445bf" /><Relationship Type="http://schemas.openxmlformats.org/officeDocument/2006/relationships/image" Target="/ppt/media/image6.png" Id="Re20d0b51332c48bd" /><Relationship Type="http://schemas.openxmlformats.org/officeDocument/2006/relationships/notesSlide" Target="/ppt/notesSlides/notesSlide4.xml" Id="R598c5287b73d46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b1d61fb5947fe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lush-title-surface">
            <a:extLst xmlns:a="http://schemas.openxmlformats.org/drawingml/2006/main">
              <a:ext uri="{FF2B5EF4-FFF2-40B4-BE49-F238E27FC236}">
                <a16:creationId xmlns:a16="http://schemas.microsoft.com/office/drawing/2014/main" id="{C1AFF056-5C33-44DD-9141-16FAAF97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op-tape-blush">
            <a:extLst xmlns:a="http://schemas.openxmlformats.org/drawingml/2006/main">
              <a:ext uri="{FF2B5EF4-FFF2-40B4-BE49-F238E27FC236}">
                <a16:creationId xmlns:a16="http://schemas.microsoft.com/office/drawing/2014/main" id="{2D744CA5-DAD1-484B-848B-707F38C6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8172450" y="4095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4" name="top-tape-butter">
            <a:extLst xmlns:a="http://schemas.openxmlformats.org/drawingml/2006/main">
              <a:ext uri="{FF2B5EF4-FFF2-40B4-BE49-F238E27FC236}">
                <a16:creationId xmlns:a16="http://schemas.microsoft.com/office/drawing/2014/main" id="{91C3C34A-4288-4B4C-A4EE-73997B1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801100" y="752475"/>
            <a:ext cx="100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6A7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5" name="heart-sticker">
            <a:extLst xmlns:a="http://schemas.openxmlformats.org/drawingml/2006/main">
              <a:ext uri="{FF2B5EF4-FFF2-40B4-BE49-F238E27FC236}">
                <a16:creationId xmlns:a16="http://schemas.microsoft.com/office/drawing/2014/main" id="{ADBB3D92-1F1A-456A-B283-4EA894A4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90625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6" name="top-flower-sticker">
            <a:extLst xmlns:a="http://schemas.openxmlformats.org/drawingml/2006/main">
              <a:ext uri="{FF2B5EF4-FFF2-40B4-BE49-F238E27FC236}">
                <a16:creationId xmlns:a16="http://schemas.microsoft.com/office/drawing/2014/main" id="{A0CC986B-BAD0-43D0-9D6F-A61D6C7C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3347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7" name="star-sticker">
            <a:extLst xmlns:a="http://schemas.openxmlformats.org/drawingml/2006/main">
              <a:ext uri="{FF2B5EF4-FFF2-40B4-BE49-F238E27FC236}">
                <a16:creationId xmlns:a16="http://schemas.microsoft.com/office/drawing/2014/main" id="{79070824-F075-4868-9C28-27F7CCBF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306050"/>
            <a:ext cx="55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>
                <a:solidFill>
                  <a:srgbClr val="F7E6A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E6A7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8" name="flower-sticker">
            <a:extLst xmlns:a="http://schemas.openxmlformats.org/drawingml/2006/main">
              <a:ext uri="{FF2B5EF4-FFF2-40B4-BE49-F238E27FC236}">
                <a16:creationId xmlns:a16="http://schemas.microsoft.com/office/drawing/2014/main" id="{F211CF1B-B508-442B-9574-4A658E66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591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1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9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F46123B7-BA23-4B64-8C28-2FB50656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28575">
            <a:solidFill>
              <a:srgbClr val="8D3651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D76068E-EC1F-4499-A968-3EA8E5F1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D3651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8D3651"/>
                </a:solidFill>
                <a:latin typeface="Poppins"/>
                <a:ea typeface="Poppins"/>
                <a:cs typeface="Poppins"/>
              </a:rPr>
              <a:t>MORNING PAGES · 01</a:t>
            </a:r>
          </a:p>
        </p:txBody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EA507FE1-1576-4F60-AE4E-F0DC7A47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19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little morning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rituals</a:t>
            </a:r>
          </a:p>
        </p:txBody>
      </p:sp>
      <p:sp>
        <p:nvSpPr>
          <p:cNvPr id="12" name="caption-card-shadow">
            <a:extLst xmlns:a="http://schemas.openxmlformats.org/drawingml/2006/main">
              <a:ext uri="{FF2B5EF4-FFF2-40B4-BE49-F238E27FC236}">
                <a16:creationId xmlns:a16="http://schemas.microsoft.com/office/drawing/2014/main" id="{C3EA9AD6-06DA-4933-832B-A348A5A4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96600"/>
            <a:ext cx="45434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B15E79">
              <a:alpha val="6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aption-card">
            <a:extLst xmlns:a="http://schemas.openxmlformats.org/drawingml/2006/main">
              <a:ext uri="{FF2B5EF4-FFF2-40B4-BE49-F238E27FC236}">
                <a16:creationId xmlns:a16="http://schemas.microsoft.com/office/drawing/2014/main" id="{77848866-7FB1-4D33-8C5B-BCBA5594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82300"/>
            <a:ext cx="45434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38100">
            <a:solidFill>
              <a:srgbClr val="713849"/>
            </a:solidFill>
            <a:prstDash val="solid"/>
          </a:ln>
        </p:spPr>
      </p:sp>
      <p:sp>
        <p:nvSpPr>
          <p:cNvPr id="14" name="body-copy">
            <a:extLst xmlns:a="http://schemas.openxmlformats.org/drawingml/2006/main">
              <a:ext uri="{FF2B5EF4-FFF2-40B4-BE49-F238E27FC236}">
                <a16:creationId xmlns:a16="http://schemas.microsoft.com/office/drawing/2014/main" id="{CAE5D606-1CCF-465D-8048-EABDA596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650" b="0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the first cup before the day asks anything of me</a:t>
            </a:r>
          </a:p>
        </p:txBody>
      </p:sp>
      <p:sp>
        <p:nvSpPr>
          <p:cNvPr id="15" name="counter-pill">
            <a:extLst xmlns:a="http://schemas.openxmlformats.org/drawingml/2006/main">
              <a:ext uri="{FF2B5EF4-FFF2-40B4-BE49-F238E27FC236}">
                <a16:creationId xmlns:a16="http://schemas.microsoft.com/office/drawing/2014/main" id="{9796806D-B2C3-4124-8A99-2B5D786E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1734800"/>
            <a:ext cx="1085850" cy="485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6A7"/>
          </a:solidFill>
          <a:ln xmlns:a="http://schemas.openxmlformats.org/drawingml/2006/main" w="28575">
            <a:solidFill>
              <a:srgbClr val="713849"/>
            </a:solidFill>
            <a:prstDash val="solid"/>
          </a:ln>
        </p:spPr>
      </p:sp>
      <p:sp>
        <p:nvSpPr>
          <p:cNvPr id="16" name="counter">
            <a:extLst xmlns:a="http://schemas.openxmlformats.org/drawingml/2006/main">
              <a:ext uri="{FF2B5EF4-FFF2-40B4-BE49-F238E27FC236}">
                <a16:creationId xmlns:a16="http://schemas.microsoft.com/office/drawing/2014/main" id="{6DDB4ACA-6320-4E6C-B58B-E2DA2B4B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77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0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01 · lately</a:t>
            </a:r>
          </a:p>
        </p:txBody>
      </p:sp>
    </p:spTree>
    <p:extLst>
      <p:ext uri="{BB962C8B-B14F-4D97-AF65-F5344CB8AC3E}">
        <p14:creationId xmlns:p14="http://schemas.microsoft.com/office/powerpoint/2010/main" val="359984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e73649fca465f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lush-title-surface">
            <a:extLst xmlns:a="http://schemas.openxmlformats.org/drawingml/2006/main">
              <a:ext uri="{FF2B5EF4-FFF2-40B4-BE49-F238E27FC236}">
                <a16:creationId xmlns:a16="http://schemas.microsoft.com/office/drawing/2014/main" id="{ED669654-EB4F-43E6-BBC0-F0753259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op-tape-blush">
            <a:extLst xmlns:a="http://schemas.openxmlformats.org/drawingml/2006/main">
              <a:ext uri="{FF2B5EF4-FFF2-40B4-BE49-F238E27FC236}">
                <a16:creationId xmlns:a16="http://schemas.microsoft.com/office/drawing/2014/main" id="{F25BE01C-AF08-4013-A441-58D958E3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8172450" y="4095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4" name="top-tape-butter">
            <a:extLst xmlns:a="http://schemas.openxmlformats.org/drawingml/2006/main">
              <a:ext uri="{FF2B5EF4-FFF2-40B4-BE49-F238E27FC236}">
                <a16:creationId xmlns:a16="http://schemas.microsoft.com/office/drawing/2014/main" id="{4298A82A-99F8-41C7-B228-E884EECE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801100" y="752475"/>
            <a:ext cx="100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6A7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5" name="heart-sticker">
            <a:extLst xmlns:a="http://schemas.openxmlformats.org/drawingml/2006/main">
              <a:ext uri="{FF2B5EF4-FFF2-40B4-BE49-F238E27FC236}">
                <a16:creationId xmlns:a16="http://schemas.microsoft.com/office/drawing/2014/main" id="{C90C976F-0D0A-4419-8CA8-65E2940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90625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6" name="top-flower-sticker">
            <a:extLst xmlns:a="http://schemas.openxmlformats.org/drawingml/2006/main">
              <a:ext uri="{FF2B5EF4-FFF2-40B4-BE49-F238E27FC236}">
                <a16:creationId xmlns:a16="http://schemas.microsoft.com/office/drawing/2014/main" id="{BD313A0E-1739-4825-A29E-C661E5CE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3347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7" name="star-sticker">
            <a:extLst xmlns:a="http://schemas.openxmlformats.org/drawingml/2006/main">
              <a:ext uri="{FF2B5EF4-FFF2-40B4-BE49-F238E27FC236}">
                <a16:creationId xmlns:a16="http://schemas.microsoft.com/office/drawing/2014/main" id="{1C100114-C2A9-4ECC-A6D8-3B88EB92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306050"/>
            <a:ext cx="55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>
                <a:solidFill>
                  <a:srgbClr val="F7E6A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E6A7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8" name="flower-sticker">
            <a:extLst xmlns:a="http://schemas.openxmlformats.org/drawingml/2006/main">
              <a:ext uri="{FF2B5EF4-FFF2-40B4-BE49-F238E27FC236}">
                <a16:creationId xmlns:a16="http://schemas.microsoft.com/office/drawing/2014/main" id="{16622696-0ADC-42D6-ADFB-EACF0101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591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1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9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B61C1FAC-1CF3-4DB5-863A-C165C70B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28575">
            <a:solidFill>
              <a:srgbClr val="8D3651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D80AE6A7-8F94-4562-AA29-2AAFB8E3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D3651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8D3651"/>
                </a:solidFill>
                <a:latin typeface="Poppins"/>
                <a:ea typeface="Poppins"/>
                <a:cs typeface="Poppins"/>
              </a:rPr>
              <a:t>A SMALL ROUTINE · 02</a:t>
            </a:r>
          </a:p>
        </p:txBody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8D0C95B4-C592-4CB5-ACB6-DF8C130C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19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toast, tea,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ten quiet minutes</a:t>
            </a:r>
          </a:p>
        </p:txBody>
      </p:sp>
      <p:sp>
        <p:nvSpPr>
          <p:cNvPr id="12" name="caption-card-shadow">
            <a:extLst xmlns:a="http://schemas.openxmlformats.org/drawingml/2006/main">
              <a:ext uri="{FF2B5EF4-FFF2-40B4-BE49-F238E27FC236}">
                <a16:creationId xmlns:a16="http://schemas.microsoft.com/office/drawing/2014/main" id="{690F5B83-0E0A-49E2-A27D-315D2255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96600"/>
            <a:ext cx="45434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B15E79">
              <a:alpha val="6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aption-card">
            <a:extLst xmlns:a="http://schemas.openxmlformats.org/drawingml/2006/main">
              <a:ext uri="{FF2B5EF4-FFF2-40B4-BE49-F238E27FC236}">
                <a16:creationId xmlns:a16="http://schemas.microsoft.com/office/drawing/2014/main" id="{3E7EDD35-D09E-4182-9DD3-78266BE6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82300"/>
            <a:ext cx="45434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38100">
            <a:solidFill>
              <a:srgbClr val="713849"/>
            </a:solidFill>
            <a:prstDash val="solid"/>
          </a:ln>
        </p:spPr>
      </p:sp>
      <p:sp>
        <p:nvSpPr>
          <p:cNvPr id="14" name="body-copy">
            <a:extLst xmlns:a="http://schemas.openxmlformats.org/drawingml/2006/main">
              <a:ext uri="{FF2B5EF4-FFF2-40B4-BE49-F238E27FC236}">
                <a16:creationId xmlns:a16="http://schemas.microsoft.com/office/drawing/2014/main" id="{5E595312-38DF-49A7-A0EF-9F9E9E85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650" b="0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before the emails and before the noise</a:t>
            </a:r>
          </a:p>
        </p:txBody>
      </p:sp>
      <p:sp>
        <p:nvSpPr>
          <p:cNvPr id="15" name="counter-pill">
            <a:extLst xmlns:a="http://schemas.openxmlformats.org/drawingml/2006/main">
              <a:ext uri="{FF2B5EF4-FFF2-40B4-BE49-F238E27FC236}">
                <a16:creationId xmlns:a16="http://schemas.microsoft.com/office/drawing/2014/main" id="{7B9799AD-923D-40AD-B79C-EB690843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1734800"/>
            <a:ext cx="1085850" cy="485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6A7"/>
          </a:solidFill>
          <a:ln xmlns:a="http://schemas.openxmlformats.org/drawingml/2006/main" w="28575">
            <a:solidFill>
              <a:srgbClr val="713849"/>
            </a:solidFill>
            <a:prstDash val="solid"/>
          </a:ln>
        </p:spPr>
      </p:sp>
      <p:sp>
        <p:nvSpPr>
          <p:cNvPr id="16" name="counter">
            <a:extLst xmlns:a="http://schemas.openxmlformats.org/drawingml/2006/main">
              <a:ext uri="{FF2B5EF4-FFF2-40B4-BE49-F238E27FC236}">
                <a16:creationId xmlns:a16="http://schemas.microsoft.com/office/drawing/2014/main" id="{CB62F45B-D883-4BC0-B36D-24D65594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77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0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02 · lately</a:t>
            </a:r>
          </a:p>
        </p:txBody>
      </p:sp>
    </p:spTree>
    <p:extLst>
      <p:ext uri="{BB962C8B-B14F-4D97-AF65-F5344CB8AC3E}">
        <p14:creationId xmlns:p14="http://schemas.microsoft.com/office/powerpoint/2010/main" val="2089349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C9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a46fb85eb4dc0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lush-title-surface">
            <a:extLst xmlns:a="http://schemas.openxmlformats.org/drawingml/2006/main">
              <a:ext uri="{FF2B5EF4-FFF2-40B4-BE49-F238E27FC236}">
                <a16:creationId xmlns:a16="http://schemas.microsoft.com/office/drawing/2014/main" id="{4F4F3C30-C4F1-4FC1-983C-2C4D9A7F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op-tape-blush">
            <a:extLst xmlns:a="http://schemas.openxmlformats.org/drawingml/2006/main">
              <a:ext uri="{FF2B5EF4-FFF2-40B4-BE49-F238E27FC236}">
                <a16:creationId xmlns:a16="http://schemas.microsoft.com/office/drawing/2014/main" id="{8873EE61-422D-4231-9B3F-0040C799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8172450" y="4095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4" name="top-tape-butter">
            <a:extLst xmlns:a="http://schemas.openxmlformats.org/drawingml/2006/main">
              <a:ext uri="{FF2B5EF4-FFF2-40B4-BE49-F238E27FC236}">
                <a16:creationId xmlns:a16="http://schemas.microsoft.com/office/drawing/2014/main" id="{DC55D655-9273-457F-8F3E-D5070BDE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801100" y="752475"/>
            <a:ext cx="100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6A7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5" name="heart-sticker">
            <a:extLst xmlns:a="http://schemas.openxmlformats.org/drawingml/2006/main">
              <a:ext uri="{FF2B5EF4-FFF2-40B4-BE49-F238E27FC236}">
                <a16:creationId xmlns:a16="http://schemas.microsoft.com/office/drawing/2014/main" id="{3ADC7186-AD61-4530-82CC-7581FA16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90625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6" name="top-flower-sticker">
            <a:extLst xmlns:a="http://schemas.openxmlformats.org/drawingml/2006/main">
              <a:ext uri="{FF2B5EF4-FFF2-40B4-BE49-F238E27FC236}">
                <a16:creationId xmlns:a16="http://schemas.microsoft.com/office/drawing/2014/main" id="{D35209F2-FB92-4BD0-B613-A27F7129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3347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7" name="star-sticker">
            <a:extLst xmlns:a="http://schemas.openxmlformats.org/drawingml/2006/main">
              <a:ext uri="{FF2B5EF4-FFF2-40B4-BE49-F238E27FC236}">
                <a16:creationId xmlns:a16="http://schemas.microsoft.com/office/drawing/2014/main" id="{4812A87F-8511-4C32-9EAC-FA0AC92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306050"/>
            <a:ext cx="55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>
                <a:solidFill>
                  <a:srgbClr val="F7E6A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E6A7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8" name="flower-sticker">
            <a:extLst xmlns:a="http://schemas.openxmlformats.org/drawingml/2006/main">
              <a:ext uri="{FF2B5EF4-FFF2-40B4-BE49-F238E27FC236}">
                <a16:creationId xmlns:a16="http://schemas.microsoft.com/office/drawing/2014/main" id="{9F4AD358-A0AB-435B-BDC2-DE65E681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591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1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9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63E92B5F-6665-4EFB-8A15-93B213D9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28575">
            <a:solidFill>
              <a:srgbClr val="8D3651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5A9E56C-BEF6-43AA-89B8-612C3827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D3651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8D3651"/>
                </a:solidFill>
                <a:latin typeface="Poppins"/>
                <a:ea typeface="Poppins"/>
                <a:cs typeface="Poppins"/>
              </a:rPr>
              <a:t>CURRENTLY · 03</a:t>
            </a:r>
          </a:p>
        </p:txBody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2002859A-DE2C-497B-B11B-6E2C3C0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6286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the little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kitchen things</a:t>
            </a:r>
          </a:p>
        </p:txBody>
      </p:sp>
      <p:sp>
        <p:nvSpPr>
          <p:cNvPr id="12" name="polaroid-1-card">
            <a:extLst xmlns:a="http://schemas.openxmlformats.org/drawingml/2006/main">
              <a:ext uri="{FF2B5EF4-FFF2-40B4-BE49-F238E27FC236}">
                <a16:creationId xmlns:a16="http://schemas.microsoft.com/office/drawing/2014/main" id="{0EF5D1D5-A8C8-48B8-A98E-6519CB69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704850" y="7000875"/>
            <a:ext cx="30480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38100">
            <a:solidFill>
              <a:srgbClr val="71384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97b5bdcc94af5"/>
          <a:srcRect xmlns:a="http://schemas.openxmlformats.org/drawingml/2006/main" l="0" t="5875" r="0" b="5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300000">
            <a:off x="838200" y="7134225"/>
            <a:ext cx="2781300" cy="3067050"/>
          </a:xfrm>
          <a:prstGeom xmlns:a="http://schemas.openxmlformats.org/drawingml/2006/main" prst="rect">
            <a:avLst/>
          </a:prstGeom>
        </p:spPr>
      </p:pic>
      <p:sp>
        <p:nvSpPr>
          <p:cNvPr id="14" name="polaroid-1-caption">
            <a:extLst xmlns:a="http://schemas.openxmlformats.org/drawingml/2006/main">
              <a:ext uri="{FF2B5EF4-FFF2-40B4-BE49-F238E27FC236}">
                <a16:creationId xmlns:a16="http://schemas.microsoft.com/office/drawing/2014/main" id="{AF555A6C-C479-4B1B-B53F-35E60D19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895350" y="10325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713849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275" b="0">
                <a:solidFill>
                  <a:srgbClr val="713849"/>
                </a:solidFill>
                <a:latin typeface="Playfair Display"/>
                <a:ea typeface="Playfair Display"/>
                <a:cs typeface="Playfair Display"/>
              </a:rPr>
              <a:t>still warm</a:t>
            </a:r>
          </a:p>
        </p:txBody>
      </p:sp>
      <p:sp>
        <p:nvSpPr>
          <p:cNvPr id="15" name="polaroid-1-tape">
            <a:extLst xmlns:a="http://schemas.openxmlformats.org/drawingml/2006/main">
              <a:ext uri="{FF2B5EF4-FFF2-40B4-BE49-F238E27FC236}">
                <a16:creationId xmlns:a16="http://schemas.microsoft.com/office/drawing/2014/main" id="{60E7C423-0E2A-4E33-93F5-0F062C75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1685925" y="68199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polaroid-2-card">
            <a:extLst xmlns:a="http://schemas.openxmlformats.org/drawingml/2006/main">
              <a:ext uri="{FF2B5EF4-FFF2-40B4-BE49-F238E27FC236}">
                <a16:creationId xmlns:a16="http://schemas.microsoft.com/office/drawing/2014/main" id="{1819FAB4-30DB-4043-A69B-B1963FB1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172200" y="7620000"/>
            <a:ext cx="30480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38100">
            <a:solidFill>
              <a:srgbClr val="713849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84288dff44d83"/>
          <a:srcRect xmlns:a="http://schemas.openxmlformats.org/drawingml/2006/main" l="0" t="5875" r="0" b="5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00000">
            <a:off x="6305550" y="7753350"/>
            <a:ext cx="2781300" cy="3067050"/>
          </a:xfrm>
          <a:prstGeom xmlns:a="http://schemas.openxmlformats.org/drawingml/2006/main" prst="rect">
            <a:avLst/>
          </a:prstGeom>
        </p:spPr>
      </p:pic>
      <p:sp>
        <p:nvSpPr>
          <p:cNvPr id="18" name="polaroid-2-caption">
            <a:extLst xmlns:a="http://schemas.openxmlformats.org/drawingml/2006/main">
              <a:ext uri="{FF2B5EF4-FFF2-40B4-BE49-F238E27FC236}">
                <a16:creationId xmlns:a16="http://schemas.microsoft.com/office/drawing/2014/main" id="{A7FCD3AC-A10F-42C0-AABA-91986CAA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362700" y="109442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713849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275" b="0">
                <a:solidFill>
                  <a:srgbClr val="713849"/>
                </a:solidFill>
                <a:latin typeface="Playfair Display"/>
                <a:ea typeface="Playfair Display"/>
                <a:cs typeface="Playfair Display"/>
              </a:rPr>
              <a:t>worth keeping</a:t>
            </a:r>
          </a:p>
        </p:txBody>
      </p:sp>
      <p:sp>
        <p:nvSpPr>
          <p:cNvPr id="19" name="polaroid-2-tape">
            <a:extLst xmlns:a="http://schemas.openxmlformats.org/drawingml/2006/main">
              <a:ext uri="{FF2B5EF4-FFF2-40B4-BE49-F238E27FC236}">
                <a16:creationId xmlns:a16="http://schemas.microsoft.com/office/drawing/2014/main" id="{0996DAC2-6D1E-4FB2-B50B-318A1DB0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153275" y="74390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counter-pill">
            <a:extLst xmlns:a="http://schemas.openxmlformats.org/drawingml/2006/main">
              <a:ext uri="{FF2B5EF4-FFF2-40B4-BE49-F238E27FC236}">
                <a16:creationId xmlns:a16="http://schemas.microsoft.com/office/drawing/2014/main" id="{8D98FABC-707D-448D-B508-BFE6A70C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1734800"/>
            <a:ext cx="1085850" cy="485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6A7"/>
          </a:solidFill>
          <a:ln xmlns:a="http://schemas.openxmlformats.org/drawingml/2006/main" w="28575">
            <a:solidFill>
              <a:srgbClr val="713849"/>
            </a:solidFill>
            <a:prstDash val="solid"/>
          </a:ln>
        </p:spPr>
      </p:sp>
      <p:sp>
        <p:nvSpPr>
          <p:cNvPr id="21" name="counter">
            <a:extLst xmlns:a="http://schemas.openxmlformats.org/drawingml/2006/main">
              <a:ext uri="{FF2B5EF4-FFF2-40B4-BE49-F238E27FC236}">
                <a16:creationId xmlns:a16="http://schemas.microsoft.com/office/drawing/2014/main" id="{EC494ED0-0286-421C-8D37-C3D5ED37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77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0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03 · lately</a:t>
            </a:r>
          </a:p>
        </p:txBody>
      </p:sp>
    </p:spTree>
    <p:extLst>
      <p:ext uri="{BB962C8B-B14F-4D97-AF65-F5344CB8AC3E}">
        <p14:creationId xmlns:p14="http://schemas.microsoft.com/office/powerpoint/2010/main" val="712119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d0b51332c48bd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blush-title-surface">
            <a:extLst xmlns:a="http://schemas.openxmlformats.org/drawingml/2006/main">
              <a:ext uri="{FF2B5EF4-FFF2-40B4-BE49-F238E27FC236}">
                <a16:creationId xmlns:a16="http://schemas.microsoft.com/office/drawing/2014/main" id="{B0ACD4BE-CAF0-4DA0-A9B2-DCE28975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op-tape-blush">
            <a:extLst xmlns:a="http://schemas.openxmlformats.org/drawingml/2006/main">
              <a:ext uri="{FF2B5EF4-FFF2-40B4-BE49-F238E27FC236}">
                <a16:creationId xmlns:a16="http://schemas.microsoft.com/office/drawing/2014/main" id="{958EEF92-1B82-4247-8B77-90088722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8172450" y="40957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D8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4" name="top-tape-butter">
            <a:extLst xmlns:a="http://schemas.openxmlformats.org/drawingml/2006/main">
              <a:ext uri="{FF2B5EF4-FFF2-40B4-BE49-F238E27FC236}">
                <a16:creationId xmlns:a16="http://schemas.microsoft.com/office/drawing/2014/main" id="{77FA8961-E6EA-4FF1-BD88-866D4C7E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801100" y="752475"/>
            <a:ext cx="100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6A7"/>
          </a:solidFill>
          <a:ln xmlns:a="http://schemas.openxmlformats.org/drawingml/2006/main" w="19050">
            <a:solidFill>
              <a:srgbClr val="713849">
                <a:alpha val="24000"/>
              </a:srgbClr>
            </a:solidFill>
            <a:prstDash val="solid"/>
          </a:ln>
        </p:spPr>
      </p:sp>
      <p:sp>
        <p:nvSpPr>
          <p:cNvPr id="5" name="heart-sticker">
            <a:extLst xmlns:a="http://schemas.openxmlformats.org/drawingml/2006/main">
              <a:ext uri="{FF2B5EF4-FFF2-40B4-BE49-F238E27FC236}">
                <a16:creationId xmlns:a16="http://schemas.microsoft.com/office/drawing/2014/main" id="{9F2AC5E6-C520-40EA-8903-CEA0F195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90625"/>
            <a:ext cx="41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6" name="top-flower-sticker">
            <a:extLst xmlns:a="http://schemas.openxmlformats.org/drawingml/2006/main">
              <a:ext uri="{FF2B5EF4-FFF2-40B4-BE49-F238E27FC236}">
                <a16:creationId xmlns:a16="http://schemas.microsoft.com/office/drawing/2014/main" id="{F39F2840-620E-4140-9EE6-EDCD2B8A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3347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7" name="star-sticker">
            <a:extLst xmlns:a="http://schemas.openxmlformats.org/drawingml/2006/main">
              <a:ext uri="{FF2B5EF4-FFF2-40B4-BE49-F238E27FC236}">
                <a16:creationId xmlns:a16="http://schemas.microsoft.com/office/drawing/2014/main" id="{F316AA61-9718-49EC-85DE-FFEAD64D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306050"/>
            <a:ext cx="55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>
                <a:solidFill>
                  <a:srgbClr val="F7E6A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E6A7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8" name="flower-sticker">
            <a:extLst xmlns:a="http://schemas.openxmlformats.org/drawingml/2006/main">
              <a:ext uri="{FF2B5EF4-FFF2-40B4-BE49-F238E27FC236}">
                <a16:creationId xmlns:a16="http://schemas.microsoft.com/office/drawing/2014/main" id="{30638104-A882-435B-B36F-576B3DAB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591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125" b="1">
                <a:solidFill>
                  <a:srgbClr val="E8897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E88978"/>
                </a:solidFill>
                <a:latin typeface="Arial"/>
                <a:ea typeface="Arial"/>
                <a:cs typeface="Arial"/>
              </a:rPr>
              <a:t>✿</a:t>
            </a:r>
          </a:p>
        </p:txBody>
      </p:sp>
      <p:sp>
        <p:nvSpPr>
          <p:cNvPr id="9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1F50ACEE-93A2-492E-B97D-BAF35F9C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28575">
            <a:solidFill>
              <a:srgbClr val="8D3651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11831EC-01E5-4779-9180-C46E6229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D3651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8D3651"/>
                </a:solidFill>
                <a:latin typeface="Poppins"/>
                <a:ea typeface="Poppins"/>
                <a:cs typeface="Poppins"/>
              </a:rPr>
              <a:t>MICRO CELEBRATIONS · 04</a:t>
            </a:r>
          </a:p>
        </p:txBody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4989AA87-0E75-4771-8BDD-9F9787A1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19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first-hour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>
                <a:solidFill>
                  <a:srgbClr val="8D3651"/>
                </a:solidFill>
                <a:latin typeface="DM Sans"/>
                <a:ea typeface="DM Sans"/>
                <a:cs typeface="DM Sans"/>
              </a:defRPr>
            </a:pPr>
            <a:r>
              <a:rPr sz="5400" b="1">
                <a:solidFill>
                  <a:srgbClr val="8D3651"/>
                </a:solidFill>
                <a:latin typeface="DM Sans"/>
                <a:ea typeface="DM Sans"/>
                <a:cs typeface="DM Sans"/>
              </a:rPr>
              <a:t>favourites</a:t>
            </a:r>
          </a:p>
        </p:txBody>
      </p:sp>
      <p:sp>
        <p:nvSpPr>
          <p:cNvPr id="12" name="list-card-shadow">
            <a:extLst xmlns:a="http://schemas.openxmlformats.org/drawingml/2006/main">
              <a:ext uri="{FF2B5EF4-FFF2-40B4-BE49-F238E27FC236}">
                <a16:creationId xmlns:a16="http://schemas.microsoft.com/office/drawing/2014/main" id="{5D992FB9-62BC-4D1D-B8CD-ABD6F93A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906000"/>
            <a:ext cx="4667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B15E79">
              <a:alpha val="6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2CE89423-C7A8-4076-9F18-730C9FCA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91700"/>
            <a:ext cx="4667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38100">
            <a:solidFill>
              <a:srgbClr val="713849"/>
            </a:solidFill>
            <a:prstDash val="solid"/>
          </a:ln>
        </p:spPr>
      </p:sp>
      <p:sp>
        <p:nvSpPr>
          <p:cNvPr id="14" name="list-heart-1">
            <a:extLst xmlns:a="http://schemas.openxmlformats.org/drawingml/2006/main">
              <a:ext uri="{FF2B5EF4-FFF2-40B4-BE49-F238E27FC236}">
                <a16:creationId xmlns:a16="http://schemas.microsoft.com/office/drawing/2014/main" id="{8254519C-FA55-42E7-9EF0-5AAFEA8D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488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5" name="list-item-1">
            <a:extLst xmlns:a="http://schemas.openxmlformats.org/drawingml/2006/main">
              <a:ext uri="{FF2B5EF4-FFF2-40B4-BE49-F238E27FC236}">
                <a16:creationId xmlns:a16="http://schemas.microsoft.com/office/drawing/2014/main" id="{F84FA621-BBA5-42B5-A4F5-E9A4F629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05840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a full mug</a:t>
            </a:r>
          </a:p>
        </p:txBody>
      </p:sp>
      <p:sp>
        <p:nvSpPr>
          <p:cNvPr id="16" name="list-heart-2">
            <a:extLst xmlns:a="http://schemas.openxmlformats.org/drawingml/2006/main">
              <a:ext uri="{FF2B5EF4-FFF2-40B4-BE49-F238E27FC236}">
                <a16:creationId xmlns:a16="http://schemas.microsoft.com/office/drawing/2014/main" id="{F577BB59-9256-43AF-BF60-60DA3E94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346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7" name="list-item-2">
            <a:extLst xmlns:a="http://schemas.openxmlformats.org/drawingml/2006/main">
              <a:ext uri="{FF2B5EF4-FFF2-40B4-BE49-F238E27FC236}">
                <a16:creationId xmlns:a16="http://schemas.microsoft.com/office/drawing/2014/main" id="{C88E6863-F3D2-49D9-962F-D2998489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544175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fresh fruit</a:t>
            </a:r>
          </a:p>
        </p:txBody>
      </p:sp>
      <p:sp>
        <p:nvSpPr>
          <p:cNvPr id="18" name="list-heart-3">
            <a:extLst xmlns:a="http://schemas.openxmlformats.org/drawingml/2006/main">
              <a:ext uri="{FF2B5EF4-FFF2-40B4-BE49-F238E27FC236}">
                <a16:creationId xmlns:a16="http://schemas.microsoft.com/office/drawing/2014/main" id="{2822FA99-DD24-4C26-A650-42C5BD28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204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F55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F557A"/>
                </a:solidFill>
                <a:latin typeface="Arial"/>
                <a:ea typeface="Arial"/>
                <a:cs typeface="Arial"/>
              </a:rPr>
              <a:t>♡</a:t>
            </a:r>
          </a:p>
        </p:txBody>
      </p:sp>
      <p:sp>
        <p:nvSpPr>
          <p:cNvPr id="19" name="list-item-3">
            <a:extLst xmlns:a="http://schemas.openxmlformats.org/drawingml/2006/main">
              <a:ext uri="{FF2B5EF4-FFF2-40B4-BE49-F238E27FC236}">
                <a16:creationId xmlns:a16="http://schemas.microsoft.com/office/drawing/2014/main" id="{FF295089-0E05-4ACD-9418-F30509AE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02995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no rushing</a:t>
            </a:r>
          </a:p>
        </p:txBody>
      </p:sp>
      <p:sp>
        <p:nvSpPr>
          <p:cNvPr id="20" name="counter-pill">
            <a:extLst xmlns:a="http://schemas.openxmlformats.org/drawingml/2006/main">
              <a:ext uri="{FF2B5EF4-FFF2-40B4-BE49-F238E27FC236}">
                <a16:creationId xmlns:a16="http://schemas.microsoft.com/office/drawing/2014/main" id="{10CE56B5-6F00-4873-B371-488E5387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1734800"/>
            <a:ext cx="1085850" cy="485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6A7"/>
          </a:solidFill>
          <a:ln xmlns:a="http://schemas.openxmlformats.org/drawingml/2006/main" w="28575">
            <a:solidFill>
              <a:srgbClr val="713849"/>
            </a:solidFill>
            <a:prstDash val="solid"/>
          </a:ln>
        </p:spPr>
      </p:sp>
      <p:sp>
        <p:nvSpPr>
          <p:cNvPr id="21" name="counter">
            <a:extLst xmlns:a="http://schemas.openxmlformats.org/drawingml/2006/main">
              <a:ext uri="{FF2B5EF4-FFF2-40B4-BE49-F238E27FC236}">
                <a16:creationId xmlns:a16="http://schemas.microsoft.com/office/drawing/2014/main" id="{145DC3F8-42C6-4193-8121-F9C071A1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776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13849"/>
                </a:solidFill>
                <a:latin typeface="Poppins"/>
                <a:ea typeface="Poppins"/>
                <a:cs typeface="Poppins"/>
              </a:defRPr>
            </a:pPr>
            <a:r>
              <a:rPr sz="1050" b="1">
                <a:solidFill>
                  <a:srgbClr val="713849"/>
                </a:solidFill>
                <a:latin typeface="Poppins"/>
                <a:ea typeface="Poppins"/>
                <a:cs typeface="Poppins"/>
              </a:rPr>
              <a:t>04 · lately</a:t>
            </a:r>
          </a:p>
        </p:txBody>
      </p:sp>
    </p:spTree>
    <p:extLst>
      <p:ext uri="{BB962C8B-B14F-4D97-AF65-F5344CB8AC3E}">
        <p14:creationId xmlns:p14="http://schemas.microsoft.com/office/powerpoint/2010/main" val="87137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2026-08-13T13:59:19.8460000Z</dcterms:created>
  <dcterms:modified xsi:type="dcterms:W3CDTF">2026-08-13T13:59:19.8460000Z</dcterms:modified>
</coreProperties>
</file>