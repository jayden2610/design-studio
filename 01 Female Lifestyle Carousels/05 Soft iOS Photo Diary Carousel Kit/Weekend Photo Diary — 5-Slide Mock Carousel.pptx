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58873f59074f1b" /><Relationship Type="http://schemas.openxmlformats.org/officeDocument/2006/relationships/extended-properties" Target="/docProps/app.xml" Id="Re2add9d35c354233" /><Relationship Type="http://schemas.openxmlformats.org/officeDocument/2006/relationships/officeDocument" Target="/ppt/presentation.xml" Id="Rd11aeccf1c6640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0cdf90472d4c5a"/>
  </p:sldMasterIdLst>
  <p:notesMasterIdLst>
    <p:notesMasterId xmlns:r="http://schemas.openxmlformats.org/officeDocument/2006/relationships" r:id="R73cea80777654471"/>
  </p:notesMasterIdLst>
  <p:sldIdLst>
    <p:sldId xmlns:r="http://schemas.openxmlformats.org/officeDocument/2006/relationships" id="256" r:id="R92a7fdab0d07463a"/>
    <p:sldId xmlns:r="http://schemas.openxmlformats.org/officeDocument/2006/relationships" id="257" r:id="R0d148bb2f7964ada"/>
    <p:sldId xmlns:r="http://schemas.openxmlformats.org/officeDocument/2006/relationships" id="258" r:id="Rac986cd7e4c44da1"/>
    <p:sldId xmlns:r="http://schemas.openxmlformats.org/officeDocument/2006/relationships" id="259" r:id="Re0fc9748a2354a31"/>
    <p:sldId xmlns:r="http://schemas.openxmlformats.org/officeDocument/2006/relationships" id="260" r:id="Rca7cafce94a54aa9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478ca7d15646e6" /><Relationship Type="http://schemas.openxmlformats.org/officeDocument/2006/relationships/slideMaster" Target="/ppt/slideMasters/slideMaster1.xml" Id="Rf90cdf90472d4c5a" /><Relationship Type="http://schemas.openxmlformats.org/officeDocument/2006/relationships/notesMaster" Target="/ppt/notesMasters/notesMaster1.xml" Id="R73cea80777654471" /><Relationship Type="http://schemas.openxmlformats.org/officeDocument/2006/relationships/presProps" Target="/ppt/presProps.xml" Id="R84ed48b0f56c4703" /><Relationship Type="http://schemas.openxmlformats.org/officeDocument/2006/relationships/tableStyles" Target="/ppt/tableStyles.xml" Id="R1f1f74280cc04192" /><Relationship Type="http://schemas.openxmlformats.org/officeDocument/2006/relationships/slide" Target="/ppt/slides/slide1.xml" Id="R92a7fdab0d07463a" /><Relationship Type="http://schemas.openxmlformats.org/officeDocument/2006/relationships/slide" Target="/ppt/slides/slide2.xml" Id="R0d148bb2f7964ada" /><Relationship Type="http://schemas.openxmlformats.org/officeDocument/2006/relationships/slide" Target="/ppt/slides/slide3.xml" Id="Rac986cd7e4c44da1" /><Relationship Type="http://schemas.openxmlformats.org/officeDocument/2006/relationships/slide" Target="/ppt/slides/slide4.xml" Id="Re0fc9748a2354a31" /><Relationship Type="http://schemas.openxmlformats.org/officeDocument/2006/relationships/slide" Target="/ppt/slides/slide5.xml" Id="Rca7cafce94a54a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ddb0a0088645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331f43abde4123" /><Relationship Type="http://schemas.openxmlformats.org/officeDocument/2006/relationships/notesMaster" Target="/ppt/notesMasters/notesMaster1.xml" Id="R50c2026139da4c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6b3c83a6f34635" /><Relationship Type="http://schemas.openxmlformats.org/officeDocument/2006/relationships/notesMaster" Target="/ppt/notesMasters/notesMaster1.xml" Id="Rd7ae7e8adabe48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738ff1f1da4a64" /><Relationship Type="http://schemas.openxmlformats.org/officeDocument/2006/relationships/notesMaster" Target="/ppt/notesMasters/notesMaster1.xml" Id="R326f3d0da0164c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2c723da79946e7" /><Relationship Type="http://schemas.openxmlformats.org/officeDocument/2006/relationships/notesMaster" Target="/ppt/notesMasters/notesMaster1.xml" Id="Rbe2caf560c2d45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7b04501e9b4777" /><Relationship Type="http://schemas.openxmlformats.org/officeDocument/2006/relationships/notesMaster" Target="/ppt/notesMasters/notesMaster1.xml" Id="R66d845933d934e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79049a8d944a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7fe6f03d664b75" /><Relationship Type="http://schemas.openxmlformats.org/officeDocument/2006/relationships/slideLayout" Target="/ppt/slideLayouts/slideLayout1.xml" Id="R12f6fc9e4cd745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f6fc9e4cd745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ea46026024ef7" /><Relationship Type="http://schemas.openxmlformats.org/officeDocument/2006/relationships/image" Target="/ppt/media/image.png" Id="Rf28fdd8d55cf4466" /><Relationship Type="http://schemas.openxmlformats.org/officeDocument/2006/relationships/notesSlide" Target="/ppt/notesSlides/notesSlide1.xml" Id="R78ccec915bdc4b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4464c807b4cea" /><Relationship Type="http://schemas.openxmlformats.org/officeDocument/2006/relationships/notesSlide" Target="/ppt/notesSlides/notesSlide2.xml" Id="R50cc8bf8c02049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f80efc4e348b1" /><Relationship Type="http://schemas.openxmlformats.org/officeDocument/2006/relationships/notesSlide" Target="/ppt/notesSlides/notesSlide3.xml" Id="R0dde6583eeda4b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be4d36fb4444e" /><Relationship Type="http://schemas.openxmlformats.org/officeDocument/2006/relationships/notesSlide" Target="/ppt/notesSlides/notesSlide4.xml" Id="Rfeb8e79d5d124d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bc73521434de2" /><Relationship Type="http://schemas.openxmlformats.org/officeDocument/2006/relationships/notesSlide" Target="/ppt/notesSlides/notesSlide5.xml" Id="Re28bdbb8363a45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D86911-1930-4455-9909-29663816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WEEKEND PHOTO DIARY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5C12B-7CC3-48C0-9BEF-00A9ACFD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3905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54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54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rPr>
              <a:t>a weekend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54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54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rPr>
              <a:t>that felt like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54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54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rPr>
              <a:t>a deep breath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5895C-88FF-4BC4-B023-ECEF8665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6A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98F1C-E284-446C-AEF8-0A714DD4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250">
                <a:solidFill>
                  <a:srgbClr val="343338"/>
                </a:solidFill>
                <a:latin typeface="DM Sans"/>
                <a:ea typeface="DM Sans"/>
                <a:cs typeface="DM Sans"/>
              </a:defRPr>
            </a:pPr>
            <a:r>
              <a:rPr sz="2250">
                <a:solidFill>
                  <a:srgbClr val="343338"/>
                </a:solidFill>
                <a:latin typeface="DM Sans"/>
                <a:ea typeface="DM Sans"/>
                <a:cs typeface="DM Sans"/>
              </a:rPr>
              <a:t>sunlight, slow pages, and nowhere urgent to be.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D904C1-6F09-4CF4-9C6C-BD26F148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575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swipe for the little moments 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27717-9C6F-4F5D-A249-594517FA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68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[CITY] · [MONTH] · [YEAR]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A89E3-7C5A-487C-9BF0-1F06ABFB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19450"/>
            <a:ext cx="1752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D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fdd8d55cf4466"/>
          <a:srcRect xmlns:a="http://schemas.openxmlformats.org/drawingml/2006/main" l="0" t="5892" r="0" b="58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9175" y="3524250"/>
            <a:ext cx="4714875" cy="6238875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0CDC0-7302-4BA1-835D-9834EC77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0906125"/>
            <a:ext cx="1143000" cy="781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D6A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061706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CEA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C24CF-FF0D-489F-9A2F-03438FD6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01 · LITTLE MOMENTS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2281F-DD32-4783-A07E-FC45C2DE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609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60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60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rPr>
              <a:t>a few things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60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60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rPr>
              <a:t>i want to remember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F8178-FDF7-4028-956B-95A8302F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4048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00">
                <a:solidFill>
                  <a:srgbClr val="343338"/>
                </a:solidFill>
                <a:latin typeface="DM Sans"/>
                <a:ea typeface="DM Sans"/>
                <a:cs typeface="DM Sans"/>
              </a:defRPr>
            </a:pPr>
            <a:r>
              <a:rPr sz="2100">
                <a:solidFill>
                  <a:srgbClr val="343338"/>
                </a:solidFill>
                <a:latin typeface="DM Sans"/>
                <a:ea typeface="DM Sans"/>
                <a:cs typeface="DM Sans"/>
              </a:rPr>
              <a:t>the kind of moments that make a weekend feel longer in the best way.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A7588-EE97-494F-BE89-D2CBAF33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0"/>
            <a:ext cx="3857625" cy="4857750"/>
          </a:xfrm>
          <a:prstGeom xmlns:a="http://schemas.openxmlformats.org/drawingml/2006/main" prst="roundRect">
            <a:avLst>
              <a:gd name="adj" fmla="val 3951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9050">
            <a:solidFill>
              <a:srgbClr val="9D6A6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351BDB-3B90-4C31-AAD2-22B5D485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943975"/>
            <a:ext cx="3400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DROP PHOTO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94A0E-D47B-48EC-A2D3-A99145B6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333750"/>
            <a:ext cx="3857625" cy="5476875"/>
          </a:xfrm>
          <a:prstGeom xmlns:a="http://schemas.openxmlformats.org/drawingml/2006/main" prst="roundRect">
            <a:avLst>
              <a:gd name="adj" fmla="val 3951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9050">
            <a:solidFill>
              <a:srgbClr val="9D6A6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4C439-FA36-4D97-B628-D1CCF425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919788"/>
            <a:ext cx="3400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DROP PHOTO 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509D8-4868-4849-B483-F74A1F6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9382125"/>
            <a:ext cx="3048000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D3AED-EDC7-4DFA-A397-FA28AC0A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9753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A LITTLE NOTE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70438-8C45-468C-A0AF-B66142B6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0191750"/>
            <a:ext cx="2238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>
                <a:solidFill>
                  <a:srgbClr val="343338"/>
                </a:solidFill>
                <a:latin typeface="DM Sans"/>
                <a:ea typeface="DM Sans"/>
                <a:cs typeface="DM Sans"/>
              </a:defRPr>
            </a:pPr>
            <a:r>
              <a:rPr sz="1575">
                <a:solidFill>
                  <a:srgbClr val="343338"/>
                </a:solidFill>
                <a:latin typeface="DM Sans"/>
                <a:ea typeface="DM Sans"/>
                <a:cs typeface="DM Sans"/>
              </a:rPr>
              <a:t>“more slow mornings, please.”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36BEEE-8972-4E41-8391-2F1E8040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353175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D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19292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D8D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A2C9E-10F5-4E91-A7C4-B9E323BF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02 · THE LITTLE THINGS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CCDEE5-90B1-48B1-8AEA-11596865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666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60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60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rPr>
              <a:t>small favourites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60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60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rPr>
              <a:t>from lately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1FE75-619B-4332-AFC5-2EB84924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5286375" cy="5810250"/>
          </a:xfrm>
          <a:prstGeom xmlns:a="http://schemas.openxmlformats.org/drawingml/2006/main" prst="roundRect">
            <a:avLst>
              <a:gd name="adj" fmla="val 2883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D4D79-0F2B-4063-8CCC-E179FC85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672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THIS WEEKEND: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79EA0-6B4B-4599-AD5B-30D56834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0958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343338"/>
                </a:solidFill>
                <a:latin typeface="DM Sans"/>
                <a:ea typeface="DM Sans"/>
                <a:cs typeface="DM Sans"/>
              </a:defRPr>
            </a:pPr>
            <a:r>
              <a:rPr sz="1725">
                <a:solidFill>
                  <a:srgbClr val="343338"/>
                </a:solidFill>
                <a:latin typeface="DM Sans"/>
                <a:ea typeface="DM Sans"/>
                <a:cs typeface="DM Sans"/>
              </a:rPr>
              <a:t>01  [a book / a place / a tiny ritual]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66F4B-D560-448E-A1B1-F60CA746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6388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FCF51-E0A6-409C-8AAD-872BC4FB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61626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343338"/>
                </a:solidFill>
                <a:latin typeface="DM Sans"/>
                <a:ea typeface="DM Sans"/>
                <a:cs typeface="DM Sans"/>
              </a:defRPr>
            </a:pPr>
            <a:r>
              <a:rPr sz="1725">
                <a:solidFill>
                  <a:srgbClr val="343338"/>
                </a:solidFill>
                <a:latin typeface="DM Sans"/>
                <a:ea typeface="DM Sans"/>
                <a:cs typeface="DM Sans"/>
              </a:rPr>
              <a:t>02  [a meal / a moment / a thought]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80FC5-B206-4D46-832C-29EE7601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67056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520EC-B5E4-4BF4-AA98-0EECF664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72294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343338"/>
                </a:solidFill>
                <a:latin typeface="DM Sans"/>
                <a:ea typeface="DM Sans"/>
                <a:cs typeface="DM Sans"/>
              </a:defRPr>
            </a:pPr>
            <a:r>
              <a:rPr sz="1725">
                <a:solidFill>
                  <a:srgbClr val="343338"/>
                </a:solidFill>
                <a:latin typeface="DM Sans"/>
                <a:ea typeface="DM Sans"/>
                <a:cs typeface="DM Sans"/>
              </a:rPr>
              <a:t>03  [something i want to do again]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2EF83-A335-4DF3-864C-EA28E89B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77724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1E78C-6991-47A7-9B65-796F24C5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82962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725">
                <a:solidFill>
                  <a:srgbClr val="343338"/>
                </a:solidFill>
                <a:latin typeface="DM Sans"/>
                <a:ea typeface="DM Sans"/>
                <a:cs typeface="DM Sans"/>
              </a:defRPr>
            </a:pPr>
            <a:r>
              <a:rPr sz="1725">
                <a:solidFill>
                  <a:srgbClr val="343338"/>
                </a:solidFill>
                <a:latin typeface="DM Sans"/>
                <a:ea typeface="DM Sans"/>
                <a:cs typeface="DM Sans"/>
              </a:rPr>
              <a:t>04  [a song on repeat]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2D8E1-0B74-4F47-AA7D-69A1368F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667250"/>
            <a:ext cx="2924175" cy="2924175"/>
          </a:xfrm>
          <a:prstGeom xmlns:a="http://schemas.openxmlformats.org/drawingml/2006/main" prst="roundRect">
            <a:avLst>
              <a:gd name="adj" fmla="val 5212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9050">
            <a:solidFill>
              <a:srgbClr val="9D6A6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38CBE-07F0-4377-881E-7690869E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976938"/>
            <a:ext cx="2466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DROP PHOTO 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36610-BD4F-48C3-AB20-A0B8F355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239125"/>
            <a:ext cx="2381250" cy="514350"/>
          </a:xfrm>
          <a:prstGeom xmlns:a="http://schemas.openxmlformats.org/drawingml/2006/main" prst="roundRect">
            <a:avLst>
              <a:gd name="adj" fmla="val 2963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9D6A6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E59F0-EA1A-4611-84D5-0377D76F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839152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SAVE THIS FEELING</a:t>
            </a:r>
          </a:p>
        </p:txBody>
      </p:sp>
    </p:spTree>
    <p:extLst>
      <p:ext uri="{BB962C8B-B14F-4D97-AF65-F5344CB8AC3E}">
        <p14:creationId xmlns:p14="http://schemas.microsoft.com/office/powerpoint/2010/main" val="9079042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6DD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605D6-AB97-478B-8E69-21C6FA3E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03 · CAMERA ROLL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2C340-424D-44EC-B03D-4E76BBBE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60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60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rPr>
              <a:t>four frames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60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60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rPr>
              <a:t>from the weekend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27832-A19E-4DF2-BA4E-CF088D69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4114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2"/>
          </a:solidFill>
          <a:ln xmlns:a="http://schemas.openxmlformats.org/drawingml/2006/main" w="19050">
            <a:solidFill>
              <a:srgbClr val="9D6A6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95B12-B518-4183-AD87-9508D4DA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7210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DROP PHOTO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32908-E891-4FDF-A18C-9AF27DD3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14750"/>
            <a:ext cx="4114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2"/>
          </a:solidFill>
          <a:ln xmlns:a="http://schemas.openxmlformats.org/drawingml/2006/main" w="19050">
            <a:solidFill>
              <a:srgbClr val="9D6A6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526E1-3B01-4837-9AB6-64A2A969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372100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DROP PHOTO 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BF906-2D66-43E9-9853-752FCFA0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53375"/>
            <a:ext cx="4114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2"/>
          </a:solidFill>
          <a:ln xmlns:a="http://schemas.openxmlformats.org/drawingml/2006/main" w="19050">
            <a:solidFill>
              <a:srgbClr val="9D6A6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9B1F7-8B40-400C-BE83-D4DA1F31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610725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DROP PHOTO 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474B6-93A8-4EA2-9A92-2AF7534E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953375"/>
            <a:ext cx="41148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2"/>
          </a:solidFill>
          <a:ln xmlns:a="http://schemas.openxmlformats.org/drawingml/2006/main" w="19050">
            <a:solidFill>
              <a:srgbClr val="9D6A6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86B7C9-2839-4526-8868-4390841A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9610725"/>
            <a:ext cx="365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DROP PHOTO 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F3399E-4657-48FE-BC12-2E25F90C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95675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1224C-C52D-4885-9CBA-A7B0C1EE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181100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200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[ADD DATE STAMP]</a:t>
            </a:r>
          </a:p>
        </p:txBody>
      </p:sp>
    </p:spTree>
    <p:extLst>
      <p:ext uri="{BB962C8B-B14F-4D97-AF65-F5344CB8AC3E}">
        <p14:creationId xmlns:p14="http://schemas.microsoft.com/office/powerpoint/2010/main" val="4020961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8C45E-2FEF-414A-8F94-F4A630B2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2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350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04 · UNTIL NEXT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79C58-68E7-46A3-9C69-38CFB8A1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6381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60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60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rPr>
              <a:t>until the next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60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6000">
                <a:solidFill>
                  <a:srgbClr val="343338"/>
                </a:solidFill>
                <a:latin typeface="Playfair Display"/>
                <a:ea typeface="Playfair Display"/>
                <a:cs typeface="Playfair Display"/>
              </a:rPr>
              <a:t>little weekend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5ECDC-251E-473E-9A0E-199889F2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71875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175">
                <a:solidFill>
                  <a:srgbClr val="343338"/>
                </a:solidFill>
                <a:latin typeface="DM Sans"/>
                <a:ea typeface="DM Sans"/>
                <a:cs typeface="DM Sans"/>
              </a:defRPr>
            </a:pPr>
            <a:r>
              <a:rPr sz="2175">
                <a:solidFill>
                  <a:srgbClr val="343338"/>
                </a:solidFill>
                <a:latin typeface="DM Sans"/>
                <a:ea typeface="DM Sans"/>
                <a:cs typeface="DM Sans"/>
              </a:rPr>
              <a:t>[one closing thought that feels true to you.]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F2306-7F0B-4E86-A249-EFCD84E4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371600"/>
            <a:ext cx="2133600" cy="514350"/>
          </a:xfrm>
          <a:prstGeom xmlns:a="http://schemas.openxmlformats.org/drawingml/2006/main" prst="roundRect">
            <a:avLst>
              <a:gd name="adj" fmla="val 2963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9D6A6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57B19-C7AC-4A56-9E89-A9C4D371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24000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SAVE FOR LATER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B00A8-54D8-48D6-ACEA-E50BFAB4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72250"/>
            <a:ext cx="8801100" cy="3905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9F2"/>
          </a:solidFill>
          <a:ln xmlns:a="http://schemas.openxmlformats.org/drawingml/2006/main" w="19050">
            <a:solidFill>
              <a:srgbClr val="9D6A6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E7394-E588-42CF-9A97-3DDAC814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372475"/>
            <a:ext cx="834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125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DROP LANDSCAPE PHOTO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C5A6D-ACAE-427D-81B1-37579A3E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572875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D6A62"/>
                </a:solidFill>
                <a:latin typeface="DM Sans"/>
                <a:ea typeface="DM Sans"/>
                <a:cs typeface="DM Sans"/>
              </a:defRPr>
            </a:pPr>
            <a:r>
              <a:rPr sz="1275" b="1">
                <a:solidFill>
                  <a:srgbClr val="9D6A62"/>
                </a:solidFill>
                <a:latin typeface="DM Sans"/>
                <a:ea typeface="DM Sans"/>
                <a:cs typeface="DM Sans"/>
              </a:rPr>
              <a:t>WEEKEND PHOTO DIARY · [YOUR HANDLE]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22D5C-1A17-4A17-8DD4-1EF38D21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28900"/>
            <a:ext cx="1238250" cy="781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D6A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01244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2026-08-07T05:29:25.0930000Z</dcterms:created>
  <dcterms:modified xsi:type="dcterms:W3CDTF">2026-08-07T05:29:25.0930000Z</dcterms:modified>
</coreProperties>
</file>