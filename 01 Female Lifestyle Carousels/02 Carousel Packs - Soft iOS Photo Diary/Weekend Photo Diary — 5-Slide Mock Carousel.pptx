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914fa8898724c01" /><Relationship Type="http://schemas.openxmlformats.org/officeDocument/2006/relationships/extended-properties" Target="/docProps/app.xml" Id="R6129d716c0aa46c8" /><Relationship Type="http://schemas.openxmlformats.org/officeDocument/2006/relationships/officeDocument" Target="/ppt/presentation.xml" Id="R4e97e4b03208423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db0ff3cdc64748"/>
  </p:sldMasterIdLst>
  <p:notesMasterIdLst>
    <p:notesMasterId xmlns:r="http://schemas.openxmlformats.org/officeDocument/2006/relationships" r:id="R2ae6c285cf184794"/>
  </p:notesMasterIdLst>
  <p:sldIdLst>
    <p:sldId xmlns:r="http://schemas.openxmlformats.org/officeDocument/2006/relationships" id="256" r:id="Rd3a657f3ffcf4c11"/>
    <p:sldId xmlns:r="http://schemas.openxmlformats.org/officeDocument/2006/relationships" id="257" r:id="R4ecb0957135047fc"/>
    <p:sldId xmlns:r="http://schemas.openxmlformats.org/officeDocument/2006/relationships" id="258" r:id="R610b436cae9d44b3"/>
    <p:sldId xmlns:r="http://schemas.openxmlformats.org/officeDocument/2006/relationships" id="259" r:id="R2e5b3638041f468f"/>
    <p:sldId xmlns:r="http://schemas.openxmlformats.org/officeDocument/2006/relationships" id="260" r:id="R046b2289ea7144ac"/>
  </p:sldIdLst>
  <p:sldSz cx="10287000" cy="12858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40dc94c02024b8c" /><Relationship Type="http://schemas.openxmlformats.org/officeDocument/2006/relationships/slideMaster" Target="/ppt/slideMasters/slideMaster1.xml" Id="R17db0ff3cdc64748" /><Relationship Type="http://schemas.openxmlformats.org/officeDocument/2006/relationships/notesMaster" Target="/ppt/notesMasters/notesMaster1.xml" Id="R2ae6c285cf184794" /><Relationship Type="http://schemas.openxmlformats.org/officeDocument/2006/relationships/presProps" Target="/ppt/presProps.xml" Id="R51d415c4b6a94bd9" /><Relationship Type="http://schemas.openxmlformats.org/officeDocument/2006/relationships/tableStyles" Target="/ppt/tableStyles.xml" Id="Rc81e8c1db5a94fff" /><Relationship Type="http://schemas.openxmlformats.org/officeDocument/2006/relationships/slide" Target="/ppt/slides/slide1.xml" Id="Rd3a657f3ffcf4c11" /><Relationship Type="http://schemas.openxmlformats.org/officeDocument/2006/relationships/slide" Target="/ppt/slides/slide2.xml" Id="R4ecb0957135047fc" /><Relationship Type="http://schemas.openxmlformats.org/officeDocument/2006/relationships/slide" Target="/ppt/slides/slide3.xml" Id="R610b436cae9d44b3" /><Relationship Type="http://schemas.openxmlformats.org/officeDocument/2006/relationships/slide" Target="/ppt/slides/slide4.xml" Id="R2e5b3638041f468f" /><Relationship Type="http://schemas.openxmlformats.org/officeDocument/2006/relationships/slide" Target="/ppt/slides/slide5.xml" Id="R046b2289ea7144a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445b709c132405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b8b55b63f1047cb" /><Relationship Type="http://schemas.openxmlformats.org/officeDocument/2006/relationships/notesMaster" Target="/ppt/notesMasters/notesMaster1.xml" Id="Racb625b3b7e14ef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a8c753469274552" /><Relationship Type="http://schemas.openxmlformats.org/officeDocument/2006/relationships/notesMaster" Target="/ppt/notesMasters/notesMaster1.xml" Id="R96b92bfb4f944f3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f1340c00c794397" /><Relationship Type="http://schemas.openxmlformats.org/officeDocument/2006/relationships/notesMaster" Target="/ppt/notesMasters/notesMaster1.xml" Id="R980e222569514bc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827afc9447149bf" /><Relationship Type="http://schemas.openxmlformats.org/officeDocument/2006/relationships/notesMaster" Target="/ppt/notesMasters/notesMaster1.xml" Id="Rebe30fdf8cbf465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902e4f8eba14eca" /><Relationship Type="http://schemas.openxmlformats.org/officeDocument/2006/relationships/notesMaster" Target="/ppt/notesMasters/notesMaster1.xml" Id="R019e02ada53346e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84aca320354d0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571f614de254122" /><Relationship Type="http://schemas.openxmlformats.org/officeDocument/2006/relationships/slideLayout" Target="/ppt/slideLayouts/slideLayout1.xml" Id="Rb88444e5319446f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88444e5319446f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3752497f5f4aa3" /><Relationship Type="http://schemas.openxmlformats.org/officeDocument/2006/relationships/image" Target="/ppt/media/image.png" Id="Rf90a78fcbe9744f5" /><Relationship Type="http://schemas.openxmlformats.org/officeDocument/2006/relationships/notesSlide" Target="/ppt/notesSlides/notesSlide1.xml" Id="Ra34c106b86724a2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9661d692b94abf" /><Relationship Type="http://schemas.openxmlformats.org/officeDocument/2006/relationships/image" Target="/ppt/media/image2.png" Id="R7384165b56fe4642" /><Relationship Type="http://schemas.openxmlformats.org/officeDocument/2006/relationships/image" Target="/ppt/media/image3.png" Id="R219faa9b2fe44312" /><Relationship Type="http://schemas.openxmlformats.org/officeDocument/2006/relationships/notesSlide" Target="/ppt/notesSlides/notesSlide2.xml" Id="R8abf4123efdb497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744879a3e74a29" /><Relationship Type="http://schemas.openxmlformats.org/officeDocument/2006/relationships/image" Target="/ppt/media/image4.png" Id="R54c6a8c3ae3849f3" /><Relationship Type="http://schemas.openxmlformats.org/officeDocument/2006/relationships/notesSlide" Target="/ppt/notesSlides/notesSlide3.xml" Id="R6e492aaf875047a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801c1084ff49ee" /><Relationship Type="http://schemas.openxmlformats.org/officeDocument/2006/relationships/image" Target="/ppt/media/image5.png" Id="R76c188f5d37e4496" /><Relationship Type="http://schemas.openxmlformats.org/officeDocument/2006/relationships/image" Target="/ppt/media/image6.png" Id="R95fb341a7ca54865" /><Relationship Type="http://schemas.openxmlformats.org/officeDocument/2006/relationships/image" Target="/ppt/media/image7.png" Id="Rc0b110e4a58f4fcd" /><Relationship Type="http://schemas.openxmlformats.org/officeDocument/2006/relationships/image" Target="/ppt/media/image8.png" Id="R5cf94bde65564963" /><Relationship Type="http://schemas.openxmlformats.org/officeDocument/2006/relationships/notesSlide" Target="/ppt/notesSlides/notesSlide4.xml" Id="R39dc0daa4e8d41a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ee6f9124de4bae" /><Relationship Type="http://schemas.openxmlformats.org/officeDocument/2006/relationships/image" Target="/ppt/media/image9.png" Id="Rb3c66e80ca5848c2" /><Relationship Type="http://schemas.openxmlformats.org/officeDocument/2006/relationships/notesSlide" Target="/ppt/notesSlides/notesSlide5.xml" Id="R295158923e6d48c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69F759-6FB6-4D4D-844D-3403D7D65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29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9D6A62"/>
                </a:solidFill>
                <a:latin typeface="Poppins"/>
                <a:ea typeface="Poppins"/>
                <a:cs typeface="Poppins"/>
              </a:defRPr>
            </a:pPr>
            <a:r>
              <a:rPr sz="1350" b="1">
                <a:solidFill>
                  <a:srgbClr val="9D6A62"/>
                </a:solidFill>
                <a:latin typeface="Poppins"/>
                <a:ea typeface="Poppins"/>
                <a:cs typeface="Poppins"/>
              </a:rPr>
              <a:t>WEEKEND PHOTO DIARY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0FCE3E-632A-4FE5-AC05-9C4788F30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3905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72000"/>
              </a:lnSpc>
              <a:buNone/>
              <a:defRPr sz="5400">
                <a:solidFill>
                  <a:srgbClr val="343338"/>
                </a:solidFill>
                <a:latin typeface="Baloo 2"/>
                <a:ea typeface="Baloo 2"/>
                <a:cs typeface="Baloo 2"/>
              </a:defRPr>
            </a:pPr>
            <a:r>
              <a:rPr sz="5400">
                <a:solidFill>
                  <a:srgbClr val="343338"/>
                </a:solidFill>
                <a:latin typeface="Baloo 2"/>
                <a:ea typeface="Baloo 2"/>
                <a:cs typeface="Baloo 2"/>
              </a:rPr>
              <a:t>a weekend</a:t>
            </a:r>
          </a:p>
          <a:p xmlns:a="http://schemas.openxmlformats.org/drawingml/2006/main">
            <a:pPr>
              <a:lnSpc>
                <a:spcPct val="72000"/>
              </a:lnSpc>
              <a:buNone/>
              <a:defRPr sz="5400">
                <a:solidFill>
                  <a:srgbClr val="343338"/>
                </a:solidFill>
                <a:latin typeface="Baloo 2"/>
                <a:ea typeface="Baloo 2"/>
                <a:cs typeface="Baloo 2"/>
              </a:defRPr>
            </a:pPr>
            <a:r>
              <a:rPr sz="5400">
                <a:solidFill>
                  <a:srgbClr val="343338"/>
                </a:solidFill>
                <a:latin typeface="Baloo 2"/>
                <a:ea typeface="Baloo 2"/>
                <a:cs typeface="Baloo 2"/>
              </a:rPr>
              <a:t>that felt like</a:t>
            </a:r>
          </a:p>
          <a:p xmlns:a="http://schemas.openxmlformats.org/drawingml/2006/main">
            <a:pPr>
              <a:lnSpc>
                <a:spcPct val="72000"/>
              </a:lnSpc>
              <a:buNone/>
              <a:defRPr sz="5400">
                <a:solidFill>
                  <a:srgbClr val="343338"/>
                </a:solidFill>
                <a:latin typeface="Baloo 2"/>
                <a:ea typeface="Baloo 2"/>
                <a:cs typeface="Baloo 2"/>
              </a:defRPr>
            </a:pPr>
            <a:r>
              <a:rPr sz="5400">
                <a:solidFill>
                  <a:srgbClr val="343338"/>
                </a:solidFill>
                <a:latin typeface="Baloo 2"/>
                <a:ea typeface="Baloo 2"/>
                <a:cs typeface="Baloo 2"/>
              </a:rPr>
              <a:t>a deep breath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3F1D0C-7E1E-4AC6-89D2-BEA0C08B3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24375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6A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038B0F-FC51-47EB-9C73-C296E7670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3333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2250">
                <a:solidFill>
                  <a:srgbClr val="343338"/>
                </a:solidFill>
                <a:latin typeface="Poppins"/>
                <a:ea typeface="Poppins"/>
                <a:cs typeface="Poppins"/>
              </a:defRPr>
            </a:pPr>
            <a:r>
              <a:rPr sz="2250">
                <a:solidFill>
                  <a:srgbClr val="343338"/>
                </a:solidFill>
                <a:latin typeface="Poppins"/>
                <a:ea typeface="Poppins"/>
                <a:cs typeface="Poppins"/>
              </a:rPr>
              <a:t>sunlight, slow pages, and nowhere urgent to be.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82D372-AF14-4DF5-BFCA-AD4BC6042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858000"/>
            <a:ext cx="352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75">
                <a:solidFill>
                  <a:srgbClr val="9D6A62"/>
                </a:solidFill>
                <a:latin typeface="Poppins"/>
                <a:ea typeface="Poppins"/>
                <a:cs typeface="Poppins"/>
              </a:defRPr>
            </a:pPr>
            <a:r>
              <a:rPr sz="1575">
                <a:solidFill>
                  <a:srgbClr val="9D6A62"/>
                </a:solidFill>
                <a:latin typeface="Poppins"/>
                <a:ea typeface="Poppins"/>
                <a:cs typeface="Poppins"/>
              </a:rPr>
              <a:t>swipe for the little moments 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BDD6ED-5F71-46B6-9859-A28F8663F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4681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9D6A62"/>
                </a:solidFill>
                <a:latin typeface="Poppins"/>
                <a:ea typeface="Poppins"/>
                <a:cs typeface="Poppins"/>
              </a:defRPr>
            </a:pPr>
            <a:r>
              <a:rPr sz="1350" b="1">
                <a:solidFill>
                  <a:srgbClr val="9D6A62"/>
                </a:solidFill>
                <a:latin typeface="Poppins"/>
                <a:ea typeface="Poppins"/>
                <a:cs typeface="Poppins"/>
              </a:rPr>
              <a:t>[CITY] · [MONTH] · [YEAR]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4A4A91-0F8D-423A-8580-9FB4E01E1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219450"/>
            <a:ext cx="1752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8D5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0a78fcbe9744f5"/>
          <a:srcRect xmlns:a="http://schemas.openxmlformats.org/drawingml/2006/main" l="0" t="5892" r="0" b="58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29175" y="3524250"/>
            <a:ext cx="4714875" cy="6238875"/>
          </a:xfrm>
          <a:prstGeom xmlns:a="http://schemas.openxmlformats.org/drawingml/2006/main" prst="roundRect">
            <a:avLst>
              <a:gd name="adj" fmla="val 2424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B00303-1925-4AEB-B53E-6166406FF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0906125"/>
            <a:ext cx="1143000" cy="781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D6A6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946644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DCE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88DD43-10F2-426A-A3B0-6BCE90183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29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9D6A62"/>
                </a:solidFill>
                <a:latin typeface="Poppins"/>
                <a:ea typeface="Poppins"/>
                <a:cs typeface="Poppins"/>
              </a:defRPr>
            </a:pPr>
            <a:r>
              <a:rPr sz="1350" b="1">
                <a:solidFill>
                  <a:srgbClr val="9D6A62"/>
                </a:solidFill>
                <a:latin typeface="Poppins"/>
                <a:ea typeface="Poppins"/>
                <a:cs typeface="Poppins"/>
              </a:rPr>
              <a:t>01 · LITTLE MOMENTS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B3B829-72F2-4A8F-A973-A3D4939B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52550"/>
            <a:ext cx="6096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72000"/>
              </a:lnSpc>
              <a:buNone/>
              <a:defRPr sz="6000">
                <a:solidFill>
                  <a:srgbClr val="343338"/>
                </a:solidFill>
                <a:latin typeface="Baloo 2"/>
                <a:ea typeface="Baloo 2"/>
                <a:cs typeface="Baloo 2"/>
              </a:defRPr>
            </a:pPr>
            <a:r>
              <a:rPr sz="6000">
                <a:solidFill>
                  <a:srgbClr val="343338"/>
                </a:solidFill>
                <a:latin typeface="Baloo 2"/>
                <a:ea typeface="Baloo 2"/>
                <a:cs typeface="Baloo 2"/>
              </a:rPr>
              <a:t>a few things</a:t>
            </a:r>
          </a:p>
          <a:p xmlns:a="http://schemas.openxmlformats.org/drawingml/2006/main">
            <a:pPr>
              <a:lnSpc>
                <a:spcPct val="72000"/>
              </a:lnSpc>
              <a:buNone/>
              <a:defRPr sz="6000">
                <a:solidFill>
                  <a:srgbClr val="343338"/>
                </a:solidFill>
                <a:latin typeface="Baloo 2"/>
                <a:ea typeface="Baloo 2"/>
                <a:cs typeface="Baloo 2"/>
              </a:defRPr>
            </a:pPr>
            <a:r>
              <a:rPr sz="6000">
                <a:solidFill>
                  <a:srgbClr val="343338"/>
                </a:solidFill>
                <a:latin typeface="Baloo 2"/>
                <a:ea typeface="Baloo 2"/>
                <a:cs typeface="Baloo 2"/>
              </a:rPr>
              <a:t>i want to remember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56C02D-9D47-4757-8205-2FE5D0A95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38550"/>
            <a:ext cx="40481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2100">
                <a:solidFill>
                  <a:srgbClr val="343338"/>
                </a:solidFill>
                <a:latin typeface="Poppins"/>
                <a:ea typeface="Poppins"/>
                <a:cs typeface="Poppins"/>
              </a:defRPr>
            </a:pPr>
            <a:r>
              <a:rPr sz="2100">
                <a:solidFill>
                  <a:srgbClr val="343338"/>
                </a:solidFill>
                <a:latin typeface="Poppins"/>
                <a:ea typeface="Poppins"/>
                <a:cs typeface="Poppins"/>
              </a:rPr>
              <a:t>the kind of moments that make a weekend feel longer in the best way.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84165b56fe4642"/>
          <a:srcRect xmlns:a="http://schemas.openxmlformats.org/drawingml/2006/main" l="385" t="0" r="38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" y="6667500"/>
            <a:ext cx="3857625" cy="4857750"/>
          </a:xfrm>
          <a:prstGeom xmlns:a="http://schemas.openxmlformats.org/drawingml/2006/main" prst="roundRect">
            <a:avLst>
              <a:gd name="adj" fmla="val 3951"/>
            </a:avLst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9faa9b2fe44312"/>
          <a:srcRect xmlns:a="http://schemas.openxmlformats.org/drawingml/2006/main" l="14783" t="0" r="1478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86425" y="3333750"/>
            <a:ext cx="3857625" cy="5476875"/>
          </a:xfrm>
          <a:prstGeom xmlns:a="http://schemas.openxmlformats.org/drawingml/2006/main" prst="roundRect">
            <a:avLst>
              <a:gd name="adj" fmla="val 3951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0CA85E-BF63-4EAD-BE1C-840C6E160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9382125"/>
            <a:ext cx="3048000" cy="1762125"/>
          </a:xfrm>
          <a:prstGeom xmlns:a="http://schemas.openxmlformats.org/drawingml/2006/main" prst="roundRect">
            <a:avLst>
              <a:gd name="adj" fmla="val 8649"/>
            </a:avLst>
          </a:prstGeom>
          <a:solidFill xmlns:a="http://schemas.openxmlformats.org/drawingml/2006/main">
            <a:srgbClr val="FFF9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90B894-FC95-4B80-BF38-36AEE657C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97536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9D6A62"/>
                </a:solidFill>
                <a:latin typeface="Poppins"/>
                <a:ea typeface="Poppins"/>
                <a:cs typeface="Poppins"/>
              </a:defRPr>
            </a:pPr>
            <a:r>
              <a:rPr sz="1275" b="1">
                <a:solidFill>
                  <a:srgbClr val="9D6A62"/>
                </a:solidFill>
                <a:latin typeface="Poppins"/>
                <a:ea typeface="Poppins"/>
                <a:cs typeface="Poppins"/>
              </a:rPr>
              <a:t>A LITTLE NOTE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11A9EE-2EB5-4705-B587-BDB29662E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0191750"/>
            <a:ext cx="2238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75">
                <a:solidFill>
                  <a:srgbClr val="343338"/>
                </a:solidFill>
                <a:latin typeface="Poppins"/>
                <a:ea typeface="Poppins"/>
                <a:cs typeface="Poppins"/>
              </a:defRPr>
            </a:pPr>
            <a:r>
              <a:rPr sz="1575">
                <a:solidFill>
                  <a:srgbClr val="343338"/>
                </a:solidFill>
                <a:latin typeface="Poppins"/>
                <a:ea typeface="Poppins"/>
                <a:cs typeface="Poppins"/>
              </a:rPr>
              <a:t>“more slow mornings, please.”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8275DA-5EBD-4BC8-87C8-C59FD7B47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6353175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8D5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428374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D8D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C927E7-1AE1-4FC3-9AE0-0FBD29391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29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9D6A62"/>
                </a:solidFill>
                <a:latin typeface="Poppins"/>
                <a:ea typeface="Poppins"/>
                <a:cs typeface="Poppins"/>
              </a:defRPr>
            </a:pPr>
            <a:r>
              <a:rPr sz="1350" b="1">
                <a:solidFill>
                  <a:srgbClr val="9D6A62"/>
                </a:solidFill>
                <a:latin typeface="Poppins"/>
                <a:ea typeface="Poppins"/>
                <a:cs typeface="Poppins"/>
              </a:rPr>
              <a:t>02 · THE LITTLE THINGS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CAB5B9-DBA9-4429-BFC0-BD147E311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52550"/>
            <a:ext cx="6667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72000"/>
              </a:lnSpc>
              <a:buNone/>
              <a:defRPr sz="6000">
                <a:solidFill>
                  <a:srgbClr val="343338"/>
                </a:solidFill>
                <a:latin typeface="Baloo 2"/>
                <a:ea typeface="Baloo 2"/>
                <a:cs typeface="Baloo 2"/>
              </a:defRPr>
            </a:pPr>
            <a:r>
              <a:rPr sz="6000">
                <a:solidFill>
                  <a:srgbClr val="343338"/>
                </a:solidFill>
                <a:latin typeface="Baloo 2"/>
                <a:ea typeface="Baloo 2"/>
                <a:cs typeface="Baloo 2"/>
              </a:rPr>
              <a:t>small favourites</a:t>
            </a:r>
          </a:p>
          <a:p xmlns:a="http://schemas.openxmlformats.org/drawingml/2006/main">
            <a:pPr>
              <a:lnSpc>
                <a:spcPct val="72000"/>
              </a:lnSpc>
              <a:buNone/>
              <a:defRPr sz="6000">
                <a:solidFill>
                  <a:srgbClr val="343338"/>
                </a:solidFill>
                <a:latin typeface="Baloo 2"/>
                <a:ea typeface="Baloo 2"/>
                <a:cs typeface="Baloo 2"/>
              </a:defRPr>
            </a:pPr>
            <a:r>
              <a:rPr sz="6000">
                <a:solidFill>
                  <a:srgbClr val="343338"/>
                </a:solidFill>
                <a:latin typeface="Baloo 2"/>
                <a:ea typeface="Baloo 2"/>
                <a:cs typeface="Baloo 2"/>
              </a:rPr>
              <a:t>from lately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524D2E-C40F-403C-A4A2-4CFAFDD30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9550"/>
            <a:ext cx="5286375" cy="5810250"/>
          </a:xfrm>
          <a:prstGeom xmlns:a="http://schemas.openxmlformats.org/drawingml/2006/main" prst="roundRect">
            <a:avLst>
              <a:gd name="adj" fmla="val 2883"/>
            </a:avLst>
          </a:prstGeom>
          <a:solidFill xmlns:a="http://schemas.openxmlformats.org/drawingml/2006/main">
            <a:srgbClr val="FFF9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FD1A10-D674-43E4-8CFA-ADD62914A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4672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9D6A62"/>
                </a:solidFill>
                <a:latin typeface="Poppins"/>
                <a:ea typeface="Poppins"/>
                <a:cs typeface="Poppins"/>
              </a:defRPr>
            </a:pPr>
            <a:r>
              <a:rPr sz="1350" b="1">
                <a:solidFill>
                  <a:srgbClr val="9D6A62"/>
                </a:solidFill>
                <a:latin typeface="Poppins"/>
                <a:ea typeface="Poppins"/>
                <a:cs typeface="Poppins"/>
              </a:rPr>
              <a:t>THIS WEEKEND: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4FDD4C-E9BC-4D6A-944F-994D3B27C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5095875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725">
                <a:solidFill>
                  <a:srgbClr val="343338"/>
                </a:solidFill>
                <a:latin typeface="Poppins"/>
                <a:ea typeface="Poppins"/>
                <a:cs typeface="Poppins"/>
              </a:defRPr>
            </a:pPr>
            <a:r>
              <a:rPr sz="1725">
                <a:solidFill>
                  <a:srgbClr val="343338"/>
                </a:solidFill>
                <a:latin typeface="Poppins"/>
                <a:ea typeface="Poppins"/>
                <a:cs typeface="Poppins"/>
              </a:rPr>
              <a:t>01  [a book / a place / a tiny ritual]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E41234-94B5-4B90-A521-5DBEBDB25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5638800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CDD856-A726-4B8C-B58C-4AD2F3FC6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6162675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725">
                <a:solidFill>
                  <a:srgbClr val="343338"/>
                </a:solidFill>
                <a:latin typeface="Poppins"/>
                <a:ea typeface="Poppins"/>
                <a:cs typeface="Poppins"/>
              </a:defRPr>
            </a:pPr>
            <a:r>
              <a:rPr sz="1725">
                <a:solidFill>
                  <a:srgbClr val="343338"/>
                </a:solidFill>
                <a:latin typeface="Poppins"/>
                <a:ea typeface="Poppins"/>
                <a:cs typeface="Poppins"/>
              </a:rPr>
              <a:t>02  [a meal / a moment / a thought]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33EAF0-46FB-4C6B-AA05-A79FF405C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6705600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CFC603-5132-4869-8E6B-3C704F14C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7229475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725">
                <a:solidFill>
                  <a:srgbClr val="343338"/>
                </a:solidFill>
                <a:latin typeface="Poppins"/>
                <a:ea typeface="Poppins"/>
                <a:cs typeface="Poppins"/>
              </a:defRPr>
            </a:pPr>
            <a:r>
              <a:rPr sz="1725">
                <a:solidFill>
                  <a:srgbClr val="343338"/>
                </a:solidFill>
                <a:latin typeface="Poppins"/>
                <a:ea typeface="Poppins"/>
                <a:cs typeface="Poppins"/>
              </a:rPr>
              <a:t>03  [something i want to do again]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CEC753-2AD7-418D-8F86-7D73E950B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7772400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D603CD-B9FE-463F-B73B-93195DEE4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8296275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725">
                <a:solidFill>
                  <a:srgbClr val="343338"/>
                </a:solidFill>
                <a:latin typeface="Poppins"/>
                <a:ea typeface="Poppins"/>
                <a:cs typeface="Poppins"/>
              </a:defRPr>
            </a:pPr>
            <a:r>
              <a:rPr sz="1725">
                <a:solidFill>
                  <a:srgbClr val="343338"/>
                </a:solidFill>
                <a:latin typeface="Poppins"/>
                <a:ea typeface="Poppins"/>
                <a:cs typeface="Poppins"/>
              </a:rPr>
              <a:t>04  [a song on repeat]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c6a8c3ae3849f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19875" y="4667250"/>
            <a:ext cx="2924175" cy="2924175"/>
          </a:xfrm>
          <a:prstGeom xmlns:a="http://schemas.openxmlformats.org/drawingml/2006/main" prst="roundRect">
            <a:avLst>
              <a:gd name="adj" fmla="val 5212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D41623-5C17-4CB9-9B21-E5914B71D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8239125"/>
            <a:ext cx="2381250" cy="514350"/>
          </a:xfrm>
          <a:prstGeom xmlns:a="http://schemas.openxmlformats.org/drawingml/2006/main" prst="roundRect">
            <a:avLst>
              <a:gd name="adj" fmla="val 29630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9D6A6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0DE7DD-D8E2-49F7-8C08-224738B70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8391525"/>
            <a:ext cx="2114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9D6A62"/>
                </a:solidFill>
                <a:latin typeface="Poppins"/>
                <a:ea typeface="Poppins"/>
                <a:cs typeface="Poppins"/>
              </a:defRPr>
            </a:pPr>
            <a:r>
              <a:rPr sz="1125" b="1">
                <a:solidFill>
                  <a:srgbClr val="9D6A62"/>
                </a:solidFill>
                <a:latin typeface="Poppins"/>
                <a:ea typeface="Poppins"/>
                <a:cs typeface="Poppins"/>
              </a:rPr>
              <a:t>SAVE THIS FEELING</a:t>
            </a:r>
          </a:p>
        </p:txBody>
      </p:sp>
    </p:spTree>
    <p:extLst>
      <p:ext uri="{BB962C8B-B14F-4D97-AF65-F5344CB8AC3E}">
        <p14:creationId xmlns:p14="http://schemas.microsoft.com/office/powerpoint/2010/main" val="20608616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6DD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8F6A3D-9374-42C8-AE8F-98374CC70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29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9D6A62"/>
                </a:solidFill>
                <a:latin typeface="Poppins"/>
                <a:ea typeface="Poppins"/>
                <a:cs typeface="Poppins"/>
              </a:defRPr>
            </a:pPr>
            <a:r>
              <a:rPr sz="1350" b="1">
                <a:solidFill>
                  <a:srgbClr val="9D6A62"/>
                </a:solidFill>
                <a:latin typeface="Poppins"/>
                <a:ea typeface="Poppins"/>
                <a:cs typeface="Poppins"/>
              </a:rPr>
              <a:t>03 · CAMERA ROLL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0D1BF0-CCF2-4058-AF1D-D7AD0CA72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52550"/>
            <a:ext cx="685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72000"/>
              </a:lnSpc>
              <a:buNone/>
              <a:defRPr sz="6000">
                <a:solidFill>
                  <a:srgbClr val="343338"/>
                </a:solidFill>
                <a:latin typeface="Baloo 2"/>
                <a:ea typeface="Baloo 2"/>
                <a:cs typeface="Baloo 2"/>
              </a:defRPr>
            </a:pPr>
            <a:r>
              <a:rPr sz="6000">
                <a:solidFill>
                  <a:srgbClr val="343338"/>
                </a:solidFill>
                <a:latin typeface="Baloo 2"/>
                <a:ea typeface="Baloo 2"/>
                <a:cs typeface="Baloo 2"/>
              </a:rPr>
              <a:t>four frames</a:t>
            </a:r>
          </a:p>
          <a:p xmlns:a="http://schemas.openxmlformats.org/drawingml/2006/main">
            <a:pPr>
              <a:lnSpc>
                <a:spcPct val="72000"/>
              </a:lnSpc>
              <a:buNone/>
              <a:defRPr sz="6000">
                <a:solidFill>
                  <a:srgbClr val="343338"/>
                </a:solidFill>
                <a:latin typeface="Baloo 2"/>
                <a:ea typeface="Baloo 2"/>
                <a:cs typeface="Baloo 2"/>
              </a:defRPr>
            </a:pPr>
            <a:r>
              <a:rPr sz="6000">
                <a:solidFill>
                  <a:srgbClr val="343338"/>
                </a:solidFill>
                <a:latin typeface="Baloo 2"/>
                <a:ea typeface="Baloo 2"/>
                <a:cs typeface="Baloo 2"/>
              </a:rPr>
              <a:t>from the weekend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c188f5d37e4496"/>
          <a:srcRect xmlns:a="http://schemas.openxmlformats.org/drawingml/2006/main" l="0" t="14802" r="0" b="148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" y="3714750"/>
            <a:ext cx="4114800" cy="3619500"/>
          </a:xfrm>
          <a:prstGeom xmlns:a="http://schemas.openxmlformats.org/drawingml/2006/main" prst="rect">
            <a:avLst/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fb341a7ca54865"/>
          <a:srcRect xmlns:a="http://schemas.openxmlformats.org/drawingml/2006/main" l="0" t="14802" r="0" b="148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29250" y="3714750"/>
            <a:ext cx="4114800" cy="3619500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b110e4a58f4fcd"/>
          <a:srcRect xmlns:a="http://schemas.openxmlformats.org/drawingml/2006/main" l="0" t="6019" r="0" b="60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" y="7953375"/>
            <a:ext cx="4114800" cy="3619500"/>
          </a:xfrm>
          <a:prstGeom xmlns:a="http://schemas.openxmlformats.org/drawingml/2006/main" prst="rect">
            <a:avLst/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f94bde65564963"/>
          <a:srcRect xmlns:a="http://schemas.openxmlformats.org/drawingml/2006/main" l="0" t="6019" r="0" b="60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29250" y="7953375"/>
            <a:ext cx="4114800" cy="3619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17D4FA-FBA7-4AE9-BF72-9502C039D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495675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8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7AC2CD-B3BD-4FD3-8236-0AF93A2DD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1811000"/>
            <a:ext cx="2343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9D6A62"/>
                </a:solidFill>
                <a:latin typeface="Poppins"/>
                <a:ea typeface="Poppins"/>
                <a:cs typeface="Poppins"/>
              </a:defRPr>
            </a:pPr>
            <a:r>
              <a:rPr sz="1200" b="1">
                <a:solidFill>
                  <a:srgbClr val="9D6A62"/>
                </a:solidFill>
                <a:latin typeface="Poppins"/>
                <a:ea typeface="Poppins"/>
                <a:cs typeface="Poppins"/>
              </a:rPr>
              <a:t>[ADD DATE STAMP]</a:t>
            </a:r>
          </a:p>
        </p:txBody>
      </p:sp>
    </p:spTree>
    <p:extLst>
      <p:ext uri="{BB962C8B-B14F-4D97-AF65-F5344CB8AC3E}">
        <p14:creationId xmlns:p14="http://schemas.microsoft.com/office/powerpoint/2010/main" val="6222692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31ABE8-97EB-435F-96DB-9D59BD68C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29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9D6A62"/>
                </a:solidFill>
                <a:latin typeface="Poppins"/>
                <a:ea typeface="Poppins"/>
                <a:cs typeface="Poppins"/>
              </a:defRPr>
            </a:pPr>
            <a:r>
              <a:rPr sz="1350" b="1">
                <a:solidFill>
                  <a:srgbClr val="9D6A62"/>
                </a:solidFill>
                <a:latin typeface="Poppins"/>
                <a:ea typeface="Poppins"/>
                <a:cs typeface="Poppins"/>
              </a:rPr>
              <a:t>04 · UNTIL NEXT TIME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A81BD2-9411-4E28-B444-292EEE34F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52550"/>
            <a:ext cx="6381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72000"/>
              </a:lnSpc>
              <a:buNone/>
              <a:defRPr sz="6000">
                <a:solidFill>
                  <a:srgbClr val="343338"/>
                </a:solidFill>
                <a:latin typeface="Baloo 2"/>
                <a:ea typeface="Baloo 2"/>
                <a:cs typeface="Baloo 2"/>
              </a:defRPr>
            </a:pPr>
            <a:r>
              <a:rPr sz="6000">
                <a:solidFill>
                  <a:srgbClr val="343338"/>
                </a:solidFill>
                <a:latin typeface="Baloo 2"/>
                <a:ea typeface="Baloo 2"/>
                <a:cs typeface="Baloo 2"/>
              </a:rPr>
              <a:t>until the next</a:t>
            </a:r>
          </a:p>
          <a:p xmlns:a="http://schemas.openxmlformats.org/drawingml/2006/main">
            <a:pPr>
              <a:lnSpc>
                <a:spcPct val="72000"/>
              </a:lnSpc>
              <a:buNone/>
              <a:defRPr sz="6000">
                <a:solidFill>
                  <a:srgbClr val="343338"/>
                </a:solidFill>
                <a:latin typeface="Baloo 2"/>
                <a:ea typeface="Baloo 2"/>
                <a:cs typeface="Baloo 2"/>
              </a:defRPr>
            </a:pPr>
            <a:r>
              <a:rPr sz="6000">
                <a:solidFill>
                  <a:srgbClr val="343338"/>
                </a:solidFill>
                <a:latin typeface="Baloo 2"/>
                <a:ea typeface="Baloo 2"/>
                <a:cs typeface="Baloo 2"/>
              </a:rPr>
              <a:t>little weekend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C7B227-634C-4ABD-BA9E-528EC8F41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71875"/>
            <a:ext cx="5048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2175">
                <a:solidFill>
                  <a:srgbClr val="343338"/>
                </a:solidFill>
                <a:latin typeface="Poppins"/>
                <a:ea typeface="Poppins"/>
                <a:cs typeface="Poppins"/>
              </a:defRPr>
            </a:pPr>
            <a:r>
              <a:rPr sz="2175">
                <a:solidFill>
                  <a:srgbClr val="343338"/>
                </a:solidFill>
                <a:latin typeface="Poppins"/>
                <a:ea typeface="Poppins"/>
                <a:cs typeface="Poppins"/>
              </a:rPr>
              <a:t>[one closing thought that feels true to you.]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8E3D40-ED16-4174-9012-EC7207D39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371600"/>
            <a:ext cx="2133600" cy="514350"/>
          </a:xfrm>
          <a:prstGeom xmlns:a="http://schemas.openxmlformats.org/drawingml/2006/main" prst="roundRect">
            <a:avLst>
              <a:gd name="adj" fmla="val 29630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9D6A6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8CB29D-0A1C-4D10-B025-53ECB2525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524000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9D6A62"/>
                </a:solidFill>
                <a:latin typeface="Poppins"/>
                <a:ea typeface="Poppins"/>
                <a:cs typeface="Poppins"/>
              </a:defRPr>
            </a:pPr>
            <a:r>
              <a:rPr sz="1125" b="1">
                <a:solidFill>
                  <a:srgbClr val="9D6A62"/>
                </a:solidFill>
                <a:latin typeface="Poppins"/>
                <a:ea typeface="Poppins"/>
                <a:cs typeface="Poppins"/>
              </a:rPr>
              <a:t>SAVE FOR LATER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c66e80ca5848c2"/>
          <a:srcRect xmlns:a="http://schemas.openxmlformats.org/drawingml/2006/main" l="0" t="27814" r="0" b="278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" y="6572250"/>
            <a:ext cx="8801100" cy="3905250"/>
          </a:xfrm>
          <a:prstGeom xmlns:a="http://schemas.openxmlformats.org/drawingml/2006/main" prst="roundRect">
            <a:avLst>
              <a:gd name="adj" fmla="val 390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BB7FC5-F046-42FA-9D89-92E57B598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572875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9D6A62"/>
                </a:solidFill>
                <a:latin typeface="Poppins"/>
                <a:ea typeface="Poppins"/>
                <a:cs typeface="Poppins"/>
              </a:defRPr>
            </a:pPr>
            <a:r>
              <a:rPr sz="1275" b="1">
                <a:solidFill>
                  <a:srgbClr val="9D6A62"/>
                </a:solidFill>
                <a:latin typeface="Poppins"/>
                <a:ea typeface="Poppins"/>
                <a:cs typeface="Poppins"/>
              </a:rPr>
              <a:t>WEEKEND PHOTO DIARY · [YOUR HANDLE]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09B8CA-D35F-4460-B479-DBD7155DB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628900"/>
            <a:ext cx="1238250" cy="781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D6A6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818424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2026-08-10T09:58:22.0870000Z</dcterms:created>
  <dcterms:modified xsi:type="dcterms:W3CDTF">2026-08-10T09:58:22.0870000Z</dcterms:modified>
</coreProperties>
</file>