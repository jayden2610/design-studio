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a1a9230e84d28" /><Relationship Type="http://schemas.openxmlformats.org/officeDocument/2006/relationships/extended-properties" Target="/docProps/app.xml" Id="Rf5ffe98a09b842c2" /><Relationship Type="http://schemas.openxmlformats.org/officeDocument/2006/relationships/officeDocument" Target="/ppt/presentation.xml" Id="R29f7a6ce3999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88700d722c48f6"/>
  </p:sldMasterIdLst>
  <p:notesMasterIdLst>
    <p:notesMasterId xmlns:r="http://schemas.openxmlformats.org/officeDocument/2006/relationships" r:id="Rfc100b4f70474904"/>
  </p:notesMasterIdLst>
  <p:sldIdLst>
    <p:sldId xmlns:r="http://schemas.openxmlformats.org/officeDocument/2006/relationships" id="256" r:id="R0ad7703ee88c4c6c"/>
    <p:sldId xmlns:r="http://schemas.openxmlformats.org/officeDocument/2006/relationships" id="257" r:id="Re786ac754bfc4f6d"/>
    <p:sldId xmlns:r="http://schemas.openxmlformats.org/officeDocument/2006/relationships" id="258" r:id="R516b5660080d4d5a"/>
    <p:sldId xmlns:r="http://schemas.openxmlformats.org/officeDocument/2006/relationships" id="259" r:id="R8aca559de9c74f9f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62619e93f7491c" /><Relationship Type="http://schemas.openxmlformats.org/officeDocument/2006/relationships/slideMaster" Target="/ppt/slideMasters/slideMaster1.xml" Id="Rc488700d722c48f6" /><Relationship Type="http://schemas.openxmlformats.org/officeDocument/2006/relationships/notesMaster" Target="/ppt/notesMasters/notesMaster1.xml" Id="Rfc100b4f70474904" /><Relationship Type="http://schemas.openxmlformats.org/officeDocument/2006/relationships/presProps" Target="/ppt/presProps.xml" Id="R908e2d39e74a49a0" /><Relationship Type="http://schemas.openxmlformats.org/officeDocument/2006/relationships/tableStyles" Target="/ppt/tableStyles.xml" Id="Rda925b9faaae43d4" /><Relationship Type="http://schemas.openxmlformats.org/officeDocument/2006/relationships/slide" Target="/ppt/slides/slide1.xml" Id="R0ad7703ee88c4c6c" /><Relationship Type="http://schemas.openxmlformats.org/officeDocument/2006/relationships/slide" Target="/ppt/slides/slide2.xml" Id="Re786ac754bfc4f6d" /><Relationship Type="http://schemas.openxmlformats.org/officeDocument/2006/relationships/slide" Target="/ppt/slides/slide3.xml" Id="R516b5660080d4d5a" /><Relationship Type="http://schemas.openxmlformats.org/officeDocument/2006/relationships/slide" Target="/ppt/slides/slide4.xml" Id="R8aca559de9c74f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a88b6b1ee4d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2da4a5759b4457" /><Relationship Type="http://schemas.openxmlformats.org/officeDocument/2006/relationships/notesMaster" Target="/ppt/notesMasters/notesMaster1.xml" Id="R521f137dd09f4a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56673da3140a6" /><Relationship Type="http://schemas.openxmlformats.org/officeDocument/2006/relationships/notesMaster" Target="/ppt/notesMasters/notesMaster1.xml" Id="R46c632e11853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3ad6fd11294d5e" /><Relationship Type="http://schemas.openxmlformats.org/officeDocument/2006/relationships/notesMaster" Target="/ppt/notesMasters/notesMaster1.xml" Id="R4d52698b193e43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bdbe35ba946b2" /><Relationship Type="http://schemas.openxmlformats.org/officeDocument/2006/relationships/notesMaster" Target="/ppt/notesMasters/notesMaster1.xml" Id="R2864659b80ba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58dc7653546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b4d40cb6584166" /><Relationship Type="http://schemas.openxmlformats.org/officeDocument/2006/relationships/slideLayout" Target="/ppt/slideLayouts/slideLayout1.xml" Id="Rca6c340e7933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6c340e7933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dd8cada1a4293" /><Relationship Type="http://schemas.openxmlformats.org/officeDocument/2006/relationships/image" Target="/ppt/media/image.png" Id="R1a2cf6291ce647f8" /><Relationship Type="http://schemas.openxmlformats.org/officeDocument/2006/relationships/notesSlide" Target="/ppt/notesSlides/notesSlide1.xml" Id="R2b809474e73c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949f05ab54ee3" /><Relationship Type="http://schemas.openxmlformats.org/officeDocument/2006/relationships/image" Target="/ppt/media/image2.png" Id="R173dd8351eeb467b" /><Relationship Type="http://schemas.openxmlformats.org/officeDocument/2006/relationships/notesSlide" Target="/ppt/notesSlides/notesSlide2.xml" Id="R69785fe37eb54a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e98442579487e" /><Relationship Type="http://schemas.openxmlformats.org/officeDocument/2006/relationships/image" Target="/ppt/media/image3.png" Id="Rfb3b42c14ba74c9a" /><Relationship Type="http://schemas.openxmlformats.org/officeDocument/2006/relationships/notesSlide" Target="/ppt/notesSlides/notesSlide3.xml" Id="R242d3f04b23a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e5cfa37fa49e4" /><Relationship Type="http://schemas.openxmlformats.org/officeDocument/2006/relationships/image" Target="/ppt/media/image4.png" Id="R01f431dc1c4c4329" /><Relationship Type="http://schemas.openxmlformats.org/officeDocument/2006/relationships/notesSlide" Target="/ppt/notesSlides/notesSlide4.xml" Id="Rb64dd2f4723e4e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cf6291ce647f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CF31B-CF36-4510-B64D-9DCBC110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33AE1BDD-21A5-478A-8C59-19796DC2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9241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20BF4F1-27BA-495B-AD71-28423709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695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LITTLE LIFE UPDATE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DE6CC5-CF06-4A06-A829-6A590F24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weekend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notes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78EB2C92-AA0E-436C-BA5D-8AA48115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72390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92ABCCC0-8F88-460D-BFC4-628C36FF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coffee before the world wakes up and nowhere urgent to be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B013BD60-3CBC-4229-813C-EA4F3E69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5633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a slow weekend → august</a:t>
            </a:r>
          </a:p>
        </p:txBody>
      </p:sp>
      <p:sp>
        <p:nvSpPr>
          <p:cNvPr id="9" name="counter-01">
            <a:extLst xmlns:a="http://schemas.openxmlformats.org/drawingml/2006/main">
              <a:ext uri="{FF2B5EF4-FFF2-40B4-BE49-F238E27FC236}">
                <a16:creationId xmlns:a16="http://schemas.microsoft.com/office/drawing/2014/main" id="{3EC6282D-DEEF-4D1C-B331-0C095F1E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22F3444C-6EF6-4384-822A-DCE3CFD0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6656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dd8351eeb467b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E7652-C279-4A11-A365-BCC1A32A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B3CC6F70-B205-4257-BDFB-8A2A2C2D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819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57765C7-7914-4322-A8AA-E707964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A SMALL FAVOURITE · 02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967020-39E6-4C67-8FCD-05841FE3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part i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want to keep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C243417A-15B3-43F0-A29F-04B4AF73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72390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02C72A46-6BCB-4CBC-BC5A-7C63F1D7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book, a warm mug, and enough time to finish a chapter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2DCC3664-DF62-47F5-A444-E6A5EEA3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5633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soft morning ritual ♡</a:t>
            </a:r>
          </a:p>
        </p:txBody>
      </p:sp>
      <p:sp>
        <p:nvSpPr>
          <p:cNvPr id="9" name="counter-02">
            <a:extLst xmlns:a="http://schemas.openxmlformats.org/drawingml/2006/main">
              <a:ext uri="{FF2B5EF4-FFF2-40B4-BE49-F238E27FC236}">
                <a16:creationId xmlns:a16="http://schemas.microsoft.com/office/drawing/2014/main" id="{A25D717C-7B9C-4935-8173-5CE2BF2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86D156AD-1496-4850-808A-BB6AE4B1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8207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b42c14ba74c9a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F0BD1-C451-4B4D-9049-23C4F3FA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63CD2B6D-3A56-4FDD-B523-7C9E7B16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5A0F8C9-1636-4382-83A4-38E7EF2B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CURRENTLY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EDB05CF-2665-4CFC-8F86-AD0137EB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few things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keeping me here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A638B5B7-10E5-4013-8A59-AADDB250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191452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AF092CA7-1DD8-49DC-9189-2A60442D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97CCEA6D-6041-41B5-9972-51A97DED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one more chapter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D2E46726-6A89-43E1-933A-225A937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F1BAF1EA-85ED-4E44-8331-F489D8AD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fresh coffee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8C0C60B1-E5DB-4412-BF41-D4B45E20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7F099921-7277-4EA9-BB3D-7895E4A8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no plans before noon</a:t>
            </a:r>
          </a:p>
        </p:txBody>
      </p:sp>
      <p:sp>
        <p:nvSpPr>
          <p:cNvPr id="13" name="meta-copy">
            <a:extLst xmlns:a="http://schemas.openxmlformats.org/drawingml/2006/main">
              <a:ext uri="{FF2B5EF4-FFF2-40B4-BE49-F238E27FC236}">
                <a16:creationId xmlns:a16="http://schemas.microsoft.com/office/drawing/2014/main" id="{8A3D137A-368B-4CBC-9193-5E729B7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FFFAF4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FFFAF4"/>
                </a:solidFill>
                <a:latin typeface="Manrope"/>
                <a:ea typeface="Manrope"/>
                <a:cs typeface="Manrope"/>
              </a:rPr>
              <a:t>the little things ✦</a:t>
            </a:r>
          </a:p>
        </p:txBody>
      </p:sp>
      <p:sp>
        <p:nvSpPr>
          <p:cNvPr id="14" name="counter-03">
            <a:extLst xmlns:a="http://schemas.openxmlformats.org/drawingml/2006/main">
              <a:ext uri="{FF2B5EF4-FFF2-40B4-BE49-F238E27FC236}">
                <a16:creationId xmlns:a16="http://schemas.microsoft.com/office/drawing/2014/main" id="{8DE55FEA-2FDC-443F-9ECA-AFD3DB69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E037BCA0-F40D-4AE9-9116-D603A5C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775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431dc1c4c4329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F7608-E14B-4473-87AD-EEA46DF6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28E0A13F-B3DB-49B1-B0C1-DECBF028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6098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8694356-97A3-41F8-B949-17C0240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A SOFT REMINDER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6CFA23F-E462-427D-80D4-5D909093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no rush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today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0748FE55-5981-484B-9481-3C19A72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8191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77EB9ECD-A5EB-44F2-961B-F2E85099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i’m letting a quiet morning be enough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2736B416-462E-42E3-96EF-2106D02B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save for your next slow day</a:t>
            </a:r>
          </a:p>
        </p:txBody>
      </p:sp>
      <p:sp>
        <p:nvSpPr>
          <p:cNvPr id="9" name="counter-04">
            <a:extLst xmlns:a="http://schemas.openxmlformats.org/drawingml/2006/main">
              <a:ext uri="{FF2B5EF4-FFF2-40B4-BE49-F238E27FC236}">
                <a16:creationId xmlns:a16="http://schemas.microsoft.com/office/drawing/2014/main" id="{A2AA33C9-75C2-417B-A7D9-EF272A6C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F37A9A25-D9E1-41D4-8CDC-D293ED1B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66757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2026-08-12T14:41:24.0500000Z</dcterms:created>
  <dcterms:modified xsi:type="dcterms:W3CDTF">2026-08-12T14:41:24.0500000Z</dcterms:modified>
</coreProperties>
</file>