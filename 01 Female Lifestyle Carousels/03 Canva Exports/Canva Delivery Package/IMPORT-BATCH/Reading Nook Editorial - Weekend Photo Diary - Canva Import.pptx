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00de19a3004385" /><Relationship Type="http://schemas.openxmlformats.org/officeDocument/2006/relationships/extended-properties" Target="/docProps/app.xml" Id="Re5eaa0ac3d6e404e" /><Relationship Type="http://schemas.openxmlformats.org/officeDocument/2006/relationships/officeDocument" Target="/ppt/presentation.xml" Id="R27735adfe3534a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22f2ee98a3419e"/>
  </p:sldMasterIdLst>
  <p:notesMasterIdLst>
    <p:notesMasterId xmlns:r="http://schemas.openxmlformats.org/officeDocument/2006/relationships" r:id="R15e7dad035354dbf"/>
  </p:notesMasterIdLst>
  <p:sldIdLst>
    <p:sldId xmlns:r="http://schemas.openxmlformats.org/officeDocument/2006/relationships" id="256" r:id="Rebc799ce0a454f08"/>
    <p:sldId xmlns:r="http://schemas.openxmlformats.org/officeDocument/2006/relationships" id="257" r:id="Rae62bb9a7d144da2"/>
    <p:sldId xmlns:r="http://schemas.openxmlformats.org/officeDocument/2006/relationships" id="258" r:id="R835f3c6e707b459c"/>
    <p:sldId xmlns:r="http://schemas.openxmlformats.org/officeDocument/2006/relationships" id="259" r:id="R4a5fb5f9da7e4545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95256ef5874017" /><Relationship Type="http://schemas.openxmlformats.org/officeDocument/2006/relationships/slideMaster" Target="/ppt/slideMasters/slideMaster1.xml" Id="Rb822f2ee98a3419e" /><Relationship Type="http://schemas.openxmlformats.org/officeDocument/2006/relationships/notesMaster" Target="/ppt/notesMasters/notesMaster1.xml" Id="R15e7dad035354dbf" /><Relationship Type="http://schemas.openxmlformats.org/officeDocument/2006/relationships/presProps" Target="/ppt/presProps.xml" Id="Re932eab5ce93470f" /><Relationship Type="http://schemas.openxmlformats.org/officeDocument/2006/relationships/tableStyles" Target="/ppt/tableStyles.xml" Id="R48959a18f7b64b6b" /><Relationship Type="http://schemas.openxmlformats.org/officeDocument/2006/relationships/slide" Target="/ppt/slides/slide1.xml" Id="Rebc799ce0a454f08" /><Relationship Type="http://schemas.openxmlformats.org/officeDocument/2006/relationships/slide" Target="/ppt/slides/slide2.xml" Id="Rae62bb9a7d144da2" /><Relationship Type="http://schemas.openxmlformats.org/officeDocument/2006/relationships/slide" Target="/ppt/slides/slide3.xml" Id="R835f3c6e707b459c" /><Relationship Type="http://schemas.openxmlformats.org/officeDocument/2006/relationships/slide" Target="/ppt/slides/slide4.xml" Id="R4a5fb5f9da7e45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1e23e899ca45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323850" dist="161645" dir="2700000">
              <a:srgbClr val="342E3F">
                <a:alpha val="12000"/>
              </a:srgbClr>
            </a:outerShdw>
          </a:effectLst>
        </a:effectStyle>
        <a:effectStyle>
          <a:effectLst>
            <a:outerShdw blurRad="266700" dist="134704" dir="2700000">
              <a:srgbClr val="342E3F">
                <a:alpha val="1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3c6829ecfa469b" /><Relationship Type="http://schemas.openxmlformats.org/officeDocument/2006/relationships/notesMaster" Target="/ppt/notesMasters/notesMaster1.xml" Id="R17e9cc2afd3d40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90ccdf82024c97" /><Relationship Type="http://schemas.openxmlformats.org/officeDocument/2006/relationships/notesMaster" Target="/ppt/notesMasters/notesMaster1.xml" Id="Rd668801e3d3447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e36a2436cd41de" /><Relationship Type="http://schemas.openxmlformats.org/officeDocument/2006/relationships/notesMaster" Target="/ppt/notesMasters/notesMaster1.xml" Id="R68aa7ee121594a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9febaac8f948bd" /><Relationship Type="http://schemas.openxmlformats.org/officeDocument/2006/relationships/notesMaster" Target="/ppt/notesMasters/notesMaster1.xml" Id="R1f1bcc6df7fa4a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bda64aa7dd4e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10eb6ae6554ace" /><Relationship Type="http://schemas.openxmlformats.org/officeDocument/2006/relationships/slideLayout" Target="/ppt/slideLayouts/slideLayout1.xml" Id="R0f04385995974f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04385995974f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323850" dist="161645" dir="2700000">
              <a:srgbClr val="342E3F">
                <a:alpha val="12000"/>
              </a:srgbClr>
            </a:outerShdw>
          </a:effectLst>
        </a:effectStyle>
        <a:effectStyle>
          <a:effectLst>
            <a:outerShdw blurRad="266700" dist="134704" dir="2700000">
              <a:srgbClr val="342E3F">
                <a:alpha val="1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bcf7f96d0c4d2d" /><Relationship Type="http://schemas.openxmlformats.org/officeDocument/2006/relationships/image" Target="/ppt/media/image.png" Id="R0f7b665e54f14b55" /><Relationship Type="http://schemas.openxmlformats.org/officeDocument/2006/relationships/notesSlide" Target="/ppt/notesSlides/notesSlide1.xml" Id="R19cc150e6de74e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f532cfb2504bfa" /><Relationship Type="http://schemas.openxmlformats.org/officeDocument/2006/relationships/image" Target="/ppt/media/image2.png" Id="R25b02f4230374ead" /><Relationship Type="http://schemas.openxmlformats.org/officeDocument/2006/relationships/image" Target="/ppt/media/image3.png" Id="Rd52db12b37f54acb" /><Relationship Type="http://schemas.openxmlformats.org/officeDocument/2006/relationships/image" Target="/ppt/media/image4.png" Id="R15637eab252d4776" /><Relationship Type="http://schemas.openxmlformats.org/officeDocument/2006/relationships/image" Target="/ppt/media/image5.png" Id="R15b00dd6592242d9" /><Relationship Type="http://schemas.openxmlformats.org/officeDocument/2006/relationships/notesSlide" Target="/ppt/notesSlides/notesSlide2.xml" Id="R82fb1955a00b44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9e3606c8c14cc5" /><Relationship Type="http://schemas.openxmlformats.org/officeDocument/2006/relationships/image" Target="/ppt/media/image6.png" Id="R79211c772fd74f6c" /><Relationship Type="http://schemas.openxmlformats.org/officeDocument/2006/relationships/notesSlide" Target="/ppt/notesSlides/notesSlide3.xml" Id="Rc8fc972c30ae4b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33f408d7994517" /><Relationship Type="http://schemas.openxmlformats.org/officeDocument/2006/relationships/image" Target="/ppt/media/image7.png" Id="Rcc5ae3f80e5549be" /><Relationship Type="http://schemas.openxmlformats.org/officeDocument/2006/relationships/notesSlide" Target="/ppt/notesSlides/notesSlide4.xml" Id="R87b186c495b945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3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7b665e54f14b55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ABB99B-4418-444E-94CD-9961C7C9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3E6">
                  <a:alpha val="88000"/>
                </a:srgbClr>
              </a:gs>
              <a:gs pos="62000">
                <a:srgbClr val="FBF3E6">
                  <a:alpha val="12000"/>
                </a:srgbClr>
              </a:gs>
              <a:gs pos="100000">
                <a:srgbClr val="FBF3E6">
                  <a:alpha val="48000"/>
                </a:srgbClr>
              </a:gs>
            </a:gsLst>
            <a:lin ang="5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-pill">
            <a:extLst xmlns:a="http://schemas.openxmlformats.org/drawingml/2006/main">
              <a:ext uri="{FF2B5EF4-FFF2-40B4-BE49-F238E27FC236}">
                <a16:creationId xmlns:a16="http://schemas.microsoft.com/office/drawing/2014/main" id="{62B85DE7-D81E-4A22-BBF7-9A7D81AF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3143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3E6">
              <a:alpha val="7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416062A-15F7-48E5-AC43-C55C298B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2914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spc="195">
                <a:solidFill>
                  <a:srgbClr val="65703D"/>
                </a:solidFill>
                <a:latin typeface="Manrope"/>
                <a:ea typeface="Manrope"/>
                <a:cs typeface="Manrope"/>
              </a:defRPr>
            </a:pPr>
            <a:r>
              <a:rPr sz="1275" b="1" spc="195">
                <a:solidFill>
                  <a:srgbClr val="65703D"/>
                </a:solidFill>
                <a:latin typeface="Manrope"/>
                <a:ea typeface="Manrope"/>
                <a:cs typeface="Manrope"/>
              </a:rPr>
              <a:t>WEEKEND PHOTO DIARY · 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D0DE7EF-C2DA-4033-8EEE-51641242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666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000"/>
              </a:lnSpc>
              <a:buNone/>
              <a:defRPr sz="6600" b="1" spc="-263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 spc="-263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a weekend</a:t>
            </a:r>
          </a:p>
          <a:p xmlns:a="http://schemas.openxmlformats.org/drawingml/2006/main">
            <a:pPr algn="l">
              <a:lnSpc>
                <a:spcPts val="6000"/>
              </a:lnSpc>
              <a:buNone/>
              <a:defRPr sz="6600" b="1" spc="-263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 spc="-263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in soft focus</a:t>
            </a:r>
          </a:p>
        </p:txBody>
      </p:sp>
      <p:sp>
        <p:nvSpPr>
          <p:cNvPr id="6" name="editable-caption-card">
            <a:extLst xmlns:a="http://schemas.openxmlformats.org/drawingml/2006/main">
              <a:ext uri="{FF2B5EF4-FFF2-40B4-BE49-F238E27FC236}">
                <a16:creationId xmlns:a16="http://schemas.microsoft.com/office/drawing/2014/main" id="{1EAC163F-1AF5-4698-BCC1-456A229F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68025"/>
            <a:ext cx="7239000" cy="12573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BF3E6">
              <a:alpha val="93000"/>
            </a:srgbClr>
          </a:solidFill>
          <a:ln xmlns:a="http://schemas.openxmlformats.org/drawingml/2006/main" w="9525">
            <a:solidFill>
              <a:srgbClr val="342E3F">
                <a:alpha val="1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body-copy">
            <a:extLst xmlns:a="http://schemas.openxmlformats.org/drawingml/2006/main">
              <a:ext uri="{FF2B5EF4-FFF2-40B4-BE49-F238E27FC236}">
                <a16:creationId xmlns:a16="http://schemas.microsoft.com/office/drawing/2014/main" id="{580FA27D-8BA2-44E0-A529-50B10D2E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144250"/>
            <a:ext cx="571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0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2025" b="0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a few small things i want to remember from lately</a:t>
            </a:r>
          </a:p>
        </p:txBody>
      </p:sp>
      <p:sp>
        <p:nvSpPr>
          <p:cNvPr id="8" name="meta-copy">
            <a:extLst xmlns:a="http://schemas.openxmlformats.org/drawingml/2006/main">
              <a:ext uri="{FF2B5EF4-FFF2-40B4-BE49-F238E27FC236}">
                <a16:creationId xmlns:a16="http://schemas.microsoft.com/office/drawing/2014/main" id="{6923074C-D104-480D-8917-0495A0BE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65860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spc="135">
                <a:solidFill>
                  <a:srgbClr val="342E3F"/>
                </a:solidFill>
                <a:latin typeface="Manrope"/>
                <a:ea typeface="Manrope"/>
                <a:cs typeface="Manrope"/>
              </a:defRPr>
            </a:pPr>
            <a:r>
              <a:rPr sz="1200" b="1" spc="135">
                <a:solidFill>
                  <a:srgbClr val="342E3F"/>
                </a:solidFill>
                <a:latin typeface="Manrope"/>
                <a:ea typeface="Manrope"/>
                <a:cs typeface="Manrope"/>
              </a:rPr>
              <a:t>camera roll notes → august</a:t>
            </a:r>
          </a:p>
        </p:txBody>
      </p:sp>
      <p:sp>
        <p:nvSpPr>
          <p:cNvPr id="9" name="counter-01">
            <a:extLst xmlns:a="http://schemas.openxmlformats.org/drawingml/2006/main">
              <a:ext uri="{FF2B5EF4-FFF2-40B4-BE49-F238E27FC236}">
                <a16:creationId xmlns:a16="http://schemas.microsoft.com/office/drawing/2014/main" id="{CEDA78CA-6763-4AED-8547-67C703989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715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3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counter-01-text">
            <a:extLst xmlns:a="http://schemas.openxmlformats.org/drawingml/2006/main">
              <a:ext uri="{FF2B5EF4-FFF2-40B4-BE49-F238E27FC236}">
                <a16:creationId xmlns:a16="http://schemas.microsoft.com/office/drawing/2014/main" id="{F2DFC8B8-C6A5-4090-BFDF-16175D5F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87767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342E3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342E3F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12222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3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-pill">
            <a:extLst xmlns:a="http://schemas.openxmlformats.org/drawingml/2006/main">
              <a:ext uri="{FF2B5EF4-FFF2-40B4-BE49-F238E27FC236}">
                <a16:creationId xmlns:a16="http://schemas.microsoft.com/office/drawing/2014/main" id="{AAE6900F-48AE-4678-9216-DEEF8EE2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27813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3E6">
              <a:alpha val="7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F24C7D24-4537-44D1-B992-5AE79767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spc="195">
                <a:solidFill>
                  <a:srgbClr val="65703D"/>
                </a:solidFill>
                <a:latin typeface="Manrope"/>
                <a:ea typeface="Manrope"/>
                <a:cs typeface="Manrope"/>
              </a:defRPr>
            </a:pPr>
            <a:r>
              <a:rPr sz="1275" b="1" spc="195">
                <a:solidFill>
                  <a:srgbClr val="65703D"/>
                </a:solidFill>
                <a:latin typeface="Manrope"/>
                <a:ea typeface="Manrope"/>
                <a:cs typeface="Manrope"/>
              </a:rPr>
              <a:t>THE LITTLE THINGS · 02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F2BC63B-A95A-4F5F-8128-44F86BD4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85850"/>
            <a:ext cx="6477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000"/>
              </a:lnSpc>
              <a:buNone/>
              <a:defRPr sz="6600" b="1" spc="-263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 spc="-263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more of this</a:t>
            </a:r>
          </a:p>
          <a:p xmlns:a="http://schemas.openxmlformats.org/drawingml/2006/main">
            <a:pPr algn="l">
              <a:lnSpc>
                <a:spcPts val="6000"/>
              </a:lnSpc>
              <a:buNone/>
              <a:defRPr sz="6600" b="1" spc="-263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 spc="-263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please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b02f4230374ead"/>
          <a:srcRect xmlns:a="http://schemas.openxmlformats.org/drawingml/2006/main" l="0" t="12924" r="0" b="129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3810000"/>
            <a:ext cx="4410075" cy="4086225"/>
          </a:xfrm>
          <a:prstGeom xmlns:a="http://schemas.openxmlformats.org/drawingml/2006/main" prst="roundRect">
            <a:avLst>
              <a:gd name="adj" fmla="val 5594"/>
            </a:avLst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2db12b37f54acb"/>
          <a:srcRect xmlns:a="http://schemas.openxmlformats.org/drawingml/2006/main" l="0" t="3672" r="0" b="36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8275" y="3810000"/>
            <a:ext cx="4410075" cy="4086225"/>
          </a:xfrm>
          <a:prstGeom xmlns:a="http://schemas.openxmlformats.org/drawingml/2006/main" prst="roundRect">
            <a:avLst>
              <a:gd name="adj" fmla="val 5594"/>
            </a:avLst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637eab252d4776"/>
          <a:srcRect xmlns:a="http://schemas.openxmlformats.org/drawingml/2006/main" l="0" t="3672" r="0" b="36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8105775"/>
            <a:ext cx="4410075" cy="4086225"/>
          </a:xfrm>
          <a:prstGeom xmlns:a="http://schemas.openxmlformats.org/drawingml/2006/main" prst="roundRect">
            <a:avLst>
              <a:gd name="adj" fmla="val 5594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b00dd6592242d9"/>
          <a:srcRect xmlns:a="http://schemas.openxmlformats.org/drawingml/2006/main" l="0" t="12924" r="0" b="129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8275" y="8105775"/>
            <a:ext cx="4410075" cy="4086225"/>
          </a:xfrm>
          <a:prstGeom xmlns:a="http://schemas.openxmlformats.org/drawingml/2006/main" prst="roundRect">
            <a:avLst>
              <a:gd name="adj" fmla="val 5594"/>
            </a:avLst>
          </a:prstGeom>
        </p:spPr>
      </p:pic>
      <p:sp>
        <p:nvSpPr>
          <p:cNvPr id="8" name="counter-02">
            <a:extLst xmlns:a="http://schemas.openxmlformats.org/drawingml/2006/main">
              <a:ext uri="{FF2B5EF4-FFF2-40B4-BE49-F238E27FC236}">
                <a16:creationId xmlns:a16="http://schemas.microsoft.com/office/drawing/2014/main" id="{DA361186-C936-4D27-95AD-E63693A7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715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3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counter-02-text">
            <a:extLst xmlns:a="http://schemas.openxmlformats.org/drawingml/2006/main">
              <a:ext uri="{FF2B5EF4-FFF2-40B4-BE49-F238E27FC236}">
                <a16:creationId xmlns:a16="http://schemas.microsoft.com/office/drawing/2014/main" id="{84BA2464-E99F-4836-A1E1-FBF956AB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87767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342E3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342E3F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931356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3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211c772fd74f6c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68174E-DE93-470B-B382-38AA8839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3E6">
                  <a:alpha val="86000"/>
                </a:srgbClr>
              </a:gs>
              <a:gs pos="60000">
                <a:srgbClr val="FBF3E6">
                  <a:alpha val="38000"/>
                </a:srgbClr>
              </a:gs>
              <a:gs pos="100000">
                <a:srgbClr val="342E3F">
                  <a:alpha val="50000"/>
                </a:srgbClr>
              </a:gs>
            </a:gsLst>
            <a:lin ang="5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-pill">
            <a:extLst xmlns:a="http://schemas.openxmlformats.org/drawingml/2006/main">
              <a:ext uri="{FF2B5EF4-FFF2-40B4-BE49-F238E27FC236}">
                <a16:creationId xmlns:a16="http://schemas.microsoft.com/office/drawing/2014/main" id="{1EBC21BD-CA88-4F97-B0F2-0574E226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9240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3E6">
              <a:alpha val="7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D9FFA2B9-C11C-4121-9209-42361D53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spc="195">
                <a:solidFill>
                  <a:srgbClr val="65703D"/>
                </a:solidFill>
                <a:latin typeface="Manrope"/>
                <a:ea typeface="Manrope"/>
                <a:cs typeface="Manrope"/>
              </a:defRPr>
            </a:pPr>
            <a:r>
              <a:rPr sz="1275" b="1" spc="195">
                <a:solidFill>
                  <a:srgbClr val="65703D"/>
                </a:solidFill>
                <a:latin typeface="Manrope"/>
                <a:ea typeface="Manrope"/>
                <a:cs typeface="Manrope"/>
              </a:rPr>
              <a:t>CURRENTLY · 03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8CF6330-59B0-424D-92DC-3B76A1A3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666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000"/>
              </a:lnSpc>
              <a:buNone/>
              <a:defRPr sz="6600" b="1" spc="-263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 spc="-263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weekend</a:t>
            </a:r>
          </a:p>
          <a:p xmlns:a="http://schemas.openxmlformats.org/drawingml/2006/main">
            <a:pPr algn="l">
              <a:lnSpc>
                <a:spcPts val="6000"/>
              </a:lnSpc>
              <a:buNone/>
              <a:defRPr sz="6600" b="1" spc="-263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 spc="-263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favourites</a:t>
            </a:r>
          </a:p>
        </p:txBody>
      </p:sp>
      <p:sp>
        <p:nvSpPr>
          <p:cNvPr id="6" name="editable-list-card">
            <a:extLst xmlns:a="http://schemas.openxmlformats.org/drawingml/2006/main">
              <a:ext uri="{FF2B5EF4-FFF2-40B4-BE49-F238E27FC236}">
                <a16:creationId xmlns:a16="http://schemas.microsoft.com/office/drawing/2014/main" id="{151AFFB8-0DAC-44F9-B357-03EA1D13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476750" cy="2333625"/>
          </a:xfrm>
          <a:prstGeom xmlns:a="http://schemas.openxmlformats.org/drawingml/2006/main" prst="roundRect">
            <a:avLst>
              <a:gd name="adj" fmla="val 9796"/>
            </a:avLst>
          </a:prstGeom>
          <a:solidFill xmlns:a="http://schemas.openxmlformats.org/drawingml/2006/main">
            <a:srgbClr val="FBF3E6">
              <a:alpha val="92000"/>
            </a:srgbClr>
          </a:solidFill>
          <a:ln xmlns:a="http://schemas.openxmlformats.org/drawingml/2006/main" w="9525">
            <a:solidFill>
              <a:srgbClr val="342E3F">
                <a:alpha val="1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7" name="list-arrow-1">
            <a:extLst xmlns:a="http://schemas.openxmlformats.org/drawingml/2006/main">
              <a:ext uri="{FF2B5EF4-FFF2-40B4-BE49-F238E27FC236}">
                <a16:creationId xmlns:a16="http://schemas.microsoft.com/office/drawing/2014/main" id="{CB9639D4-9EAE-450B-86E2-F5DCDC34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29175"/>
            <a:ext cx="304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9CA274"/>
                </a:solidFill>
                <a:latin typeface="Fraunces"/>
                <a:ea typeface="Fraunces"/>
                <a:cs typeface="Fraunces"/>
              </a:defRPr>
            </a:pPr>
            <a:r>
              <a:rPr sz="2100" b="1">
                <a:solidFill>
                  <a:srgbClr val="9CA274"/>
                </a:solidFill>
                <a:latin typeface="Fraunces"/>
                <a:ea typeface="Fraunces"/>
                <a:cs typeface="Fraunces"/>
              </a:rPr>
              <a:t>→</a:t>
            </a:r>
          </a:p>
        </p:txBody>
      </p:sp>
      <p:sp>
        <p:nvSpPr>
          <p:cNvPr id="8" name="list-item-1">
            <a:extLst xmlns:a="http://schemas.openxmlformats.org/drawingml/2006/main">
              <a:ext uri="{FF2B5EF4-FFF2-40B4-BE49-F238E27FC236}">
                <a16:creationId xmlns:a16="http://schemas.microsoft.com/office/drawing/2014/main" id="{4F3DF2C3-487B-483E-AD50-DEE6C169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29175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2100" b="1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slow pages</a:t>
            </a:r>
          </a:p>
        </p:txBody>
      </p:sp>
      <p:sp>
        <p:nvSpPr>
          <p:cNvPr id="9" name="list-arrow-2">
            <a:extLst xmlns:a="http://schemas.openxmlformats.org/drawingml/2006/main">
              <a:ext uri="{FF2B5EF4-FFF2-40B4-BE49-F238E27FC236}">
                <a16:creationId xmlns:a16="http://schemas.microsoft.com/office/drawing/2014/main" id="{7316B0CD-5F70-42D3-A289-96424D61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48275"/>
            <a:ext cx="304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9CA274"/>
                </a:solidFill>
                <a:latin typeface="Fraunces"/>
                <a:ea typeface="Fraunces"/>
                <a:cs typeface="Fraunces"/>
              </a:defRPr>
            </a:pPr>
            <a:r>
              <a:rPr sz="2100" b="1">
                <a:solidFill>
                  <a:srgbClr val="9CA274"/>
                </a:solidFill>
                <a:latin typeface="Fraunces"/>
                <a:ea typeface="Fraunces"/>
                <a:cs typeface="Fraunces"/>
              </a:rPr>
              <a:t>→</a:t>
            </a:r>
          </a:p>
        </p:txBody>
      </p:sp>
      <p:sp>
        <p:nvSpPr>
          <p:cNvPr id="10" name="list-item-2">
            <a:extLst xmlns:a="http://schemas.openxmlformats.org/drawingml/2006/main">
              <a:ext uri="{FF2B5EF4-FFF2-40B4-BE49-F238E27FC236}">
                <a16:creationId xmlns:a16="http://schemas.microsoft.com/office/drawing/2014/main" id="{CE58C2A3-D7F0-44A2-B180-40C90BDE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48275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2100" b="1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coffee walks</a:t>
            </a:r>
          </a:p>
        </p:txBody>
      </p:sp>
      <p:sp>
        <p:nvSpPr>
          <p:cNvPr id="11" name="list-arrow-3">
            <a:extLst xmlns:a="http://schemas.openxmlformats.org/drawingml/2006/main">
              <a:ext uri="{FF2B5EF4-FFF2-40B4-BE49-F238E27FC236}">
                <a16:creationId xmlns:a16="http://schemas.microsoft.com/office/drawing/2014/main" id="{43300263-5B42-4EEA-BD99-0AEBE12C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67375"/>
            <a:ext cx="304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9CA274"/>
                </a:solidFill>
                <a:latin typeface="Fraunces"/>
                <a:ea typeface="Fraunces"/>
                <a:cs typeface="Fraunces"/>
              </a:defRPr>
            </a:pPr>
            <a:r>
              <a:rPr sz="2100" b="1">
                <a:solidFill>
                  <a:srgbClr val="9CA274"/>
                </a:solidFill>
                <a:latin typeface="Fraunces"/>
                <a:ea typeface="Fraunces"/>
                <a:cs typeface="Fraunces"/>
              </a:rPr>
              <a:t>→</a:t>
            </a:r>
          </a:p>
        </p:txBody>
      </p:sp>
      <p:sp>
        <p:nvSpPr>
          <p:cNvPr id="12" name="list-item-3">
            <a:extLst xmlns:a="http://schemas.openxmlformats.org/drawingml/2006/main">
              <a:ext uri="{FF2B5EF4-FFF2-40B4-BE49-F238E27FC236}">
                <a16:creationId xmlns:a16="http://schemas.microsoft.com/office/drawing/2014/main" id="{876C0325-636E-4D56-8D3E-DADE6A87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67375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2100" b="1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fresh flowers</a:t>
            </a:r>
          </a:p>
        </p:txBody>
      </p:sp>
      <p:sp>
        <p:nvSpPr>
          <p:cNvPr id="13" name="list-arrow-4">
            <a:extLst xmlns:a="http://schemas.openxmlformats.org/drawingml/2006/main">
              <a:ext uri="{FF2B5EF4-FFF2-40B4-BE49-F238E27FC236}">
                <a16:creationId xmlns:a16="http://schemas.microsoft.com/office/drawing/2014/main" id="{AFB486D9-B5B4-48F7-BC02-10457F8A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086475"/>
            <a:ext cx="304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9CA274"/>
                </a:solidFill>
                <a:latin typeface="Fraunces"/>
                <a:ea typeface="Fraunces"/>
                <a:cs typeface="Fraunces"/>
              </a:defRPr>
            </a:pPr>
            <a:r>
              <a:rPr sz="2100" b="1">
                <a:solidFill>
                  <a:srgbClr val="9CA274"/>
                </a:solidFill>
                <a:latin typeface="Fraunces"/>
                <a:ea typeface="Fraunces"/>
                <a:cs typeface="Fraunces"/>
              </a:rPr>
              <a:t>→</a:t>
            </a:r>
          </a:p>
        </p:txBody>
      </p:sp>
      <p:sp>
        <p:nvSpPr>
          <p:cNvPr id="14" name="list-item-4">
            <a:extLst xmlns:a="http://schemas.openxmlformats.org/drawingml/2006/main">
              <a:ext uri="{FF2B5EF4-FFF2-40B4-BE49-F238E27FC236}">
                <a16:creationId xmlns:a16="http://schemas.microsoft.com/office/drawing/2014/main" id="{22BC251A-895C-4D04-9344-69A89E9D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086475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2100" b="1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the long way home</a:t>
            </a:r>
          </a:p>
        </p:txBody>
      </p:sp>
      <p:sp>
        <p:nvSpPr>
          <p:cNvPr id="15" name="meta-copy">
            <a:extLst xmlns:a="http://schemas.openxmlformats.org/drawingml/2006/main">
              <a:ext uri="{FF2B5EF4-FFF2-40B4-BE49-F238E27FC236}">
                <a16:creationId xmlns:a16="http://schemas.microsoft.com/office/drawing/2014/main" id="{60C58723-812F-4BAF-B271-070FCFC9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spc="135">
                <a:solidFill>
                  <a:srgbClr val="FFFAF4"/>
                </a:solidFill>
                <a:latin typeface="Manrope"/>
                <a:ea typeface="Manrope"/>
                <a:cs typeface="Manrope"/>
              </a:defRPr>
            </a:pPr>
            <a:r>
              <a:rPr sz="1200" b="1" spc="135">
                <a:solidFill>
                  <a:srgbClr val="FFFAF4"/>
                </a:solidFill>
                <a:latin typeface="Manrope"/>
                <a:ea typeface="Manrope"/>
                <a:cs typeface="Manrope"/>
              </a:rPr>
              <a:t>tiny wins from this week ✦</a:t>
            </a:r>
          </a:p>
        </p:txBody>
      </p:sp>
      <p:sp>
        <p:nvSpPr>
          <p:cNvPr id="16" name="counter-03">
            <a:extLst xmlns:a="http://schemas.openxmlformats.org/drawingml/2006/main">
              <a:ext uri="{FF2B5EF4-FFF2-40B4-BE49-F238E27FC236}">
                <a16:creationId xmlns:a16="http://schemas.microsoft.com/office/drawing/2014/main" id="{2F655294-319F-4332-9607-2F2E9F4C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715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3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counter-03-text">
            <a:extLst xmlns:a="http://schemas.openxmlformats.org/drawingml/2006/main">
              <a:ext uri="{FF2B5EF4-FFF2-40B4-BE49-F238E27FC236}">
                <a16:creationId xmlns:a16="http://schemas.microsoft.com/office/drawing/2014/main" id="{DAAE29BB-FD71-4390-84DD-EB89DB5F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87767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342E3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342E3F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938690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3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5ae3f80e5549be"/>
          <a:srcRect xmlns:a="http://schemas.openxmlformats.org/drawingml/2006/main" l="10000" t="0" r="10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3B1A24-F9B4-474E-9F98-39476599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3E6">
                  <a:alpha val="88000"/>
                </a:srgbClr>
              </a:gs>
              <a:gs pos="62000">
                <a:srgbClr val="FBF3E6">
                  <a:alpha val="12000"/>
                </a:srgbClr>
              </a:gs>
              <a:gs pos="100000">
                <a:srgbClr val="FBF3E6">
                  <a:alpha val="48000"/>
                </a:srgbClr>
              </a:gs>
            </a:gsLst>
            <a:lin ang="5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-pill">
            <a:extLst xmlns:a="http://schemas.openxmlformats.org/drawingml/2006/main">
              <a:ext uri="{FF2B5EF4-FFF2-40B4-BE49-F238E27FC236}">
                <a16:creationId xmlns:a16="http://schemas.microsoft.com/office/drawing/2014/main" id="{92A661F0-61F9-4005-8F6B-7EF422B7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26860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3E6">
              <a:alpha val="7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6CBD9662-2081-4559-95E8-FE110A98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2457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spc="195">
                <a:solidFill>
                  <a:srgbClr val="65703D"/>
                </a:solidFill>
                <a:latin typeface="Manrope"/>
                <a:ea typeface="Manrope"/>
                <a:cs typeface="Manrope"/>
              </a:defRPr>
            </a:pPr>
            <a:r>
              <a:rPr sz="1275" b="1" spc="195">
                <a:solidFill>
                  <a:srgbClr val="65703D"/>
                </a:solidFill>
                <a:latin typeface="Manrope"/>
                <a:ea typeface="Manrope"/>
                <a:cs typeface="Manrope"/>
              </a:rPr>
              <a:t>UNTIL NEXT TIME · 04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CA40F90-877B-473D-89DC-FA6E7561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666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000"/>
              </a:lnSpc>
              <a:buNone/>
              <a:defRPr sz="6600" b="1" spc="-263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 spc="-263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save the</a:t>
            </a:r>
          </a:p>
          <a:p xmlns:a="http://schemas.openxmlformats.org/drawingml/2006/main">
            <a:pPr algn="l">
              <a:lnSpc>
                <a:spcPts val="6000"/>
              </a:lnSpc>
              <a:buNone/>
              <a:defRPr sz="6600" b="1" spc="-263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 spc="-263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feeling</a:t>
            </a:r>
          </a:p>
        </p:txBody>
      </p:sp>
      <p:sp>
        <p:nvSpPr>
          <p:cNvPr id="6" name="editable-caption-card">
            <a:extLst xmlns:a="http://schemas.openxmlformats.org/drawingml/2006/main">
              <a:ext uri="{FF2B5EF4-FFF2-40B4-BE49-F238E27FC236}">
                <a16:creationId xmlns:a16="http://schemas.microsoft.com/office/drawing/2014/main" id="{5F750456-70D2-417A-9515-AAF05683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25125"/>
            <a:ext cx="8191500" cy="16002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BF3E6">
              <a:alpha val="93000"/>
            </a:srgbClr>
          </a:solidFill>
          <a:ln xmlns:a="http://schemas.openxmlformats.org/drawingml/2006/main" w="9525">
            <a:solidFill>
              <a:srgbClr val="342E3F">
                <a:alpha val="1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body-copy">
            <a:extLst xmlns:a="http://schemas.openxmlformats.org/drawingml/2006/main">
              <a:ext uri="{FF2B5EF4-FFF2-40B4-BE49-F238E27FC236}">
                <a16:creationId xmlns:a16="http://schemas.microsoft.com/office/drawing/2014/main" id="{FD8AC793-1E29-44FC-8E3F-BD7F7F2B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0801350"/>
            <a:ext cx="571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0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2025" b="0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i want more weekends that make the week feel a little lighter</a:t>
            </a:r>
          </a:p>
        </p:txBody>
      </p:sp>
      <p:sp>
        <p:nvSpPr>
          <p:cNvPr id="8" name="meta-copy">
            <a:extLst xmlns:a="http://schemas.openxmlformats.org/drawingml/2006/main">
              <a:ext uri="{FF2B5EF4-FFF2-40B4-BE49-F238E27FC236}">
                <a16:creationId xmlns:a16="http://schemas.microsoft.com/office/drawing/2014/main" id="{591DD17C-CA1B-42BC-B369-195ABF50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65860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spc="135">
                <a:solidFill>
                  <a:srgbClr val="342E3F"/>
                </a:solidFill>
                <a:latin typeface="Manrope"/>
                <a:ea typeface="Manrope"/>
                <a:cs typeface="Manrope"/>
              </a:defRPr>
            </a:pPr>
            <a:r>
              <a:rPr sz="1200" b="1" spc="135">
                <a:solidFill>
                  <a:srgbClr val="342E3F"/>
                </a:solidFill>
                <a:latin typeface="Manrope"/>
                <a:ea typeface="Manrope"/>
                <a:cs typeface="Manrope"/>
              </a:rPr>
              <a:t>for a slower day ♡</a:t>
            </a:r>
          </a:p>
        </p:txBody>
      </p:sp>
      <p:sp>
        <p:nvSpPr>
          <p:cNvPr id="9" name="counter-04">
            <a:extLst xmlns:a="http://schemas.openxmlformats.org/drawingml/2006/main">
              <a:ext uri="{FF2B5EF4-FFF2-40B4-BE49-F238E27FC236}">
                <a16:creationId xmlns:a16="http://schemas.microsoft.com/office/drawing/2014/main" id="{DA82605E-2E59-41C5-A0D1-A09CFD91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715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3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counter-04-text">
            <a:extLst xmlns:a="http://schemas.openxmlformats.org/drawingml/2006/main">
              <a:ext uri="{FF2B5EF4-FFF2-40B4-BE49-F238E27FC236}">
                <a16:creationId xmlns:a16="http://schemas.microsoft.com/office/drawing/2014/main" id="{51599356-C80F-4096-A575-620F47A5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87767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342E3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342E3F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170691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323850" dist="161645" dir="2700000">
              <a:srgbClr val="342E3F">
                <a:alpha val="12000"/>
              </a:srgbClr>
            </a:outerShdw>
          </a:effectLst>
        </a:effectStyle>
        <a:effectStyle>
          <a:effectLst>
            <a:outerShdw blurRad="266700" dist="134704" dir="2700000">
              <a:srgbClr val="342E3F">
                <a:alpha val="1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2026-08-12T08:58:15.5330000Z</dcterms:created>
  <dcterms:modified xsi:type="dcterms:W3CDTF">2026-08-12T08:58:15.5340000Z</dcterms:modified>
</coreProperties>
</file>