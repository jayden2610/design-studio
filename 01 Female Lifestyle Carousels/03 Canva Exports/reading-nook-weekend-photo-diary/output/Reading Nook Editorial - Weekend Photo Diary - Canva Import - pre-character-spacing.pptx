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00de19a3004385" /><Relationship Type="http://schemas.openxmlformats.org/officeDocument/2006/relationships/extended-properties" Target="/docProps/app.xml" Id="Re5eaa0ac3d6e404e" /><Relationship Type="http://schemas.openxmlformats.org/officeDocument/2006/relationships/officeDocument" Target="/ppt/presentation.xml" Id="R27735adfe3534a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2f2ee98a3419e"/>
  </p:sldMasterIdLst>
  <p:notesMasterIdLst>
    <p:notesMasterId xmlns:r="http://schemas.openxmlformats.org/officeDocument/2006/relationships" r:id="R15e7dad035354dbf"/>
  </p:notesMasterIdLst>
  <p:sldIdLst>
    <p:sldId xmlns:r="http://schemas.openxmlformats.org/officeDocument/2006/relationships" id="256" r:id="Rebc799ce0a454f08"/>
    <p:sldId xmlns:r="http://schemas.openxmlformats.org/officeDocument/2006/relationships" id="257" r:id="Rae62bb9a7d144da2"/>
    <p:sldId xmlns:r="http://schemas.openxmlformats.org/officeDocument/2006/relationships" id="258" r:id="R835f3c6e707b459c"/>
    <p:sldId xmlns:r="http://schemas.openxmlformats.org/officeDocument/2006/relationships" id="259" r:id="R4a5fb5f9da7e454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95256ef5874017" /><Relationship Type="http://schemas.openxmlformats.org/officeDocument/2006/relationships/slideMaster" Target="/ppt/slideMasters/slideMaster1.xml" Id="Rb822f2ee98a3419e" /><Relationship Type="http://schemas.openxmlformats.org/officeDocument/2006/relationships/notesMaster" Target="/ppt/notesMasters/notesMaster1.xml" Id="R15e7dad035354dbf" /><Relationship Type="http://schemas.openxmlformats.org/officeDocument/2006/relationships/presProps" Target="/ppt/presProps.xml" Id="Re932eab5ce93470f" /><Relationship Type="http://schemas.openxmlformats.org/officeDocument/2006/relationships/tableStyles" Target="/ppt/tableStyles.xml" Id="R48959a18f7b64b6b" /><Relationship Type="http://schemas.openxmlformats.org/officeDocument/2006/relationships/slide" Target="/ppt/slides/slide1.xml" Id="Rebc799ce0a454f08" /><Relationship Type="http://schemas.openxmlformats.org/officeDocument/2006/relationships/slide" Target="/ppt/slides/slide2.xml" Id="Rae62bb9a7d144da2" /><Relationship Type="http://schemas.openxmlformats.org/officeDocument/2006/relationships/slide" Target="/ppt/slides/slide3.xml" Id="R835f3c6e707b459c" /><Relationship Type="http://schemas.openxmlformats.org/officeDocument/2006/relationships/slide" Target="/ppt/slides/slide4.xml" Id="R4a5fb5f9da7e45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e23e899ca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3c6829ecfa469b" /><Relationship Type="http://schemas.openxmlformats.org/officeDocument/2006/relationships/notesMaster" Target="/ppt/notesMasters/notesMaster1.xml" Id="R17e9cc2afd3d40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0ccdf82024c97" /><Relationship Type="http://schemas.openxmlformats.org/officeDocument/2006/relationships/notesMaster" Target="/ppt/notesMasters/notesMaster1.xml" Id="Rd668801e3d34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36a2436cd41de" /><Relationship Type="http://schemas.openxmlformats.org/officeDocument/2006/relationships/notesMaster" Target="/ppt/notesMasters/notesMaster1.xml" Id="R68aa7ee121594a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9febaac8f948bd" /><Relationship Type="http://schemas.openxmlformats.org/officeDocument/2006/relationships/notesMaster" Target="/ppt/notesMasters/notesMaster1.xml" Id="R1f1bcc6df7fa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da64aa7dd4e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0eb6ae6554ace" /><Relationship Type="http://schemas.openxmlformats.org/officeDocument/2006/relationships/slideLayout" Target="/ppt/slideLayouts/slideLayout1.xml" Id="R0f0438599597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438599597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cf7f96d0c4d2d" /><Relationship Type="http://schemas.openxmlformats.org/officeDocument/2006/relationships/image" Target="/ppt/media/image.png" Id="R0f7b665e54f14b55" /><Relationship Type="http://schemas.openxmlformats.org/officeDocument/2006/relationships/notesSlide" Target="/ppt/notesSlides/notesSlide1.xml" Id="R19cc150e6de7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532cfb2504bfa" /><Relationship Type="http://schemas.openxmlformats.org/officeDocument/2006/relationships/image" Target="/ppt/media/image2.png" Id="R25b02f4230374ead" /><Relationship Type="http://schemas.openxmlformats.org/officeDocument/2006/relationships/image" Target="/ppt/media/image3.png" Id="Rd52db12b37f54acb" /><Relationship Type="http://schemas.openxmlformats.org/officeDocument/2006/relationships/image" Target="/ppt/media/image4.png" Id="R15637eab252d4776" /><Relationship Type="http://schemas.openxmlformats.org/officeDocument/2006/relationships/image" Target="/ppt/media/image5.png" Id="R15b00dd6592242d9" /><Relationship Type="http://schemas.openxmlformats.org/officeDocument/2006/relationships/notesSlide" Target="/ppt/notesSlides/notesSlide2.xml" Id="R82fb1955a00b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e3606c8c14cc5" /><Relationship Type="http://schemas.openxmlformats.org/officeDocument/2006/relationships/image" Target="/ppt/media/image6.png" Id="R79211c772fd74f6c" /><Relationship Type="http://schemas.openxmlformats.org/officeDocument/2006/relationships/notesSlide" Target="/ppt/notesSlides/notesSlide3.xml" Id="Rc8fc972c30ae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3f408d7994517" /><Relationship Type="http://schemas.openxmlformats.org/officeDocument/2006/relationships/image" Target="/ppt/media/image7.png" Id="Rcc5ae3f80e5549be" /><Relationship Type="http://schemas.openxmlformats.org/officeDocument/2006/relationships/notesSlide" Target="/ppt/notesSlides/notesSlide4.xml" Id="R87b186c495b9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b665e54f14b5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BB99B-4418-444E-94CD-9961C7C9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2B85DE7-D81E-4A22-BBF7-9A7D81A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416062A-15F7-48E5-AC43-C55C298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WEEKEND PHOTO DIARY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0DE7EF-C2DA-4033-8EEE-5164124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in soft focus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1EAC163F-1AF5-4698-BCC1-456A229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7239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580FA27D-8BA2-44E0-A529-50B10D2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1442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small things i want to remember from lately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6923074C-D104-480D-8917-0495A0B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camera roll notes → august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CEDA78CA-6763-4AED-8547-67C7039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F2DFC8B8-C6A5-4090-BFDF-16175D5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222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AAE6900F-48AE-4678-9216-DEEF8EE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81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24C7D24-4537-44D1-B992-5AE79767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THE LITTLE THINGS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BC63B-A95A-4F5F-8128-44F86BD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more of this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please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02f4230374ead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db12b37f54acb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37eab252d4776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00dd6592242d9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DA361186-C936-4D27-95AD-E63693A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84BA2464-E99F-4836-A1E1-FBF956A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3135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11c772fd74f6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8174E-DE93-470B-B382-38AA883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1EBC21BD-CA88-4F97-B0F2-0574E22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FFA2B9-C11C-4121-9209-42361D5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CF6330-59B0-424D-92DC-3B76A1A3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favourites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151AFFB8-0DAC-44F9-B357-03EA1D13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CB9639D4-9EAE-450B-86E2-F5DCDC3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4F3DF2C3-487B-483E-AD50-DEE6C16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slow pages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7316B0CD-5F70-42D3-A289-96424D6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CE58C2A3-D7F0-44A2-B180-40C90BD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walks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43300263-5B42-4EEA-BD99-0AEBE12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876C0325-636E-4D56-8D3E-DADE6A8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flowers</a:t>
            </a:r>
          </a:p>
        </p:txBody>
      </p:sp>
      <p:sp>
        <p:nvSpPr>
          <p:cNvPr id="13" name="list-arrow-4">
            <a:extLst xmlns:a="http://schemas.openxmlformats.org/drawingml/2006/main">
              <a:ext uri="{FF2B5EF4-FFF2-40B4-BE49-F238E27FC236}">
                <a16:creationId xmlns:a16="http://schemas.microsoft.com/office/drawing/2014/main" id="{AFB486D9-B5B4-48F7-BC02-10457F8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864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4" name="list-item-4">
            <a:extLst xmlns:a="http://schemas.openxmlformats.org/drawingml/2006/main">
              <a:ext uri="{FF2B5EF4-FFF2-40B4-BE49-F238E27FC236}">
                <a16:creationId xmlns:a16="http://schemas.microsoft.com/office/drawing/2014/main" id="{22BC251A-895C-4D04-9344-69A89E9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864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long way home</a:t>
            </a:r>
          </a:p>
        </p:txBody>
      </p:sp>
      <p:sp>
        <p:nvSpPr>
          <p:cNvPr id="15" name="meta-copy">
            <a:extLst xmlns:a="http://schemas.openxmlformats.org/drawingml/2006/main">
              <a:ext uri="{FF2B5EF4-FFF2-40B4-BE49-F238E27FC236}">
                <a16:creationId xmlns:a16="http://schemas.microsoft.com/office/drawing/2014/main" id="{60C58723-812F-4BAF-B271-070FCFC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tiny wins from this week ✦</a:t>
            </a:r>
          </a:p>
        </p:txBody>
      </p:sp>
      <p:sp>
        <p:nvSpPr>
          <p:cNvPr id="16" name="counter-03">
            <a:extLst xmlns:a="http://schemas.openxmlformats.org/drawingml/2006/main">
              <a:ext uri="{FF2B5EF4-FFF2-40B4-BE49-F238E27FC236}">
                <a16:creationId xmlns:a16="http://schemas.microsoft.com/office/drawing/2014/main" id="{2F655294-319F-4332-9607-2F2E9F4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DAAE29BB-FD71-4390-84DD-EB89DB5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3869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ae3f80e5549be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B1A24-F9B4-474E-9F98-3947659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92A661F0-61F9-4005-8F6B-7EF422B7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86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CBD9662-2081-4559-95E8-FE110A98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UNTIL NEXT TIME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A40F90-877B-473D-89DC-FA6E756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save the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feeling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5F750456-70D2-417A-9515-AAF05683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FD8AC793-1E29-44FC-8E3F-BD7F7F2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 want more weekends that make the week feel a little lighter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591DD17C-CA1B-42BC-B369-195ABF5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for a slower day ♡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DA82605E-2E59-41C5-A0D1-A09CFD9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51599356-C80F-4096-A575-620F47A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7069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2026-08-12T08:58:15.5330000Z</dcterms:created>
  <dcterms:modified xsi:type="dcterms:W3CDTF">2026-08-12T08:58:15.5340000Z</dcterms:modified>
</coreProperties>
</file>