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121fac7ea649ae" /><Relationship Type="http://schemas.openxmlformats.org/officeDocument/2006/relationships/extended-properties" Target="/docProps/app.xml" Id="R49e78b5e99724429" /><Relationship Type="http://schemas.openxmlformats.org/officeDocument/2006/relationships/officeDocument" Target="/ppt/presentation.xml" Id="R6d3db69bfa9f45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31c1c763f403d"/>
  </p:sldMasterIdLst>
  <p:notesMasterIdLst>
    <p:notesMasterId xmlns:r="http://schemas.openxmlformats.org/officeDocument/2006/relationships" r:id="R5d5035f22d94442f"/>
  </p:notesMasterIdLst>
  <p:sldIdLst>
    <p:sldId xmlns:r="http://schemas.openxmlformats.org/officeDocument/2006/relationships" id="256" r:id="Re974cb229d7242e2"/>
    <p:sldId xmlns:r="http://schemas.openxmlformats.org/officeDocument/2006/relationships" id="257" r:id="Re2490cd19357468a"/>
    <p:sldId xmlns:r="http://schemas.openxmlformats.org/officeDocument/2006/relationships" id="258" r:id="R76c61bf94d554a30"/>
    <p:sldId xmlns:r="http://schemas.openxmlformats.org/officeDocument/2006/relationships" id="259" r:id="Rea05ff998b194d84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30b19885064bd2" /><Relationship Type="http://schemas.openxmlformats.org/officeDocument/2006/relationships/slideMaster" Target="/ppt/slideMasters/slideMaster1.xml" Id="R8f631c1c763f403d" /><Relationship Type="http://schemas.openxmlformats.org/officeDocument/2006/relationships/notesMaster" Target="/ppt/notesMasters/notesMaster1.xml" Id="R5d5035f22d94442f" /><Relationship Type="http://schemas.openxmlformats.org/officeDocument/2006/relationships/presProps" Target="/ppt/presProps.xml" Id="R02a545d44b6c4c13" /><Relationship Type="http://schemas.openxmlformats.org/officeDocument/2006/relationships/tableStyles" Target="/ppt/tableStyles.xml" Id="R42d2bd59b63b4265" /><Relationship Type="http://schemas.openxmlformats.org/officeDocument/2006/relationships/slide" Target="/ppt/slides/slide1.xml" Id="Re974cb229d7242e2" /><Relationship Type="http://schemas.openxmlformats.org/officeDocument/2006/relationships/slide" Target="/ppt/slides/slide2.xml" Id="Re2490cd19357468a" /><Relationship Type="http://schemas.openxmlformats.org/officeDocument/2006/relationships/slide" Target="/ppt/slides/slide3.xml" Id="R76c61bf94d554a30" /><Relationship Type="http://schemas.openxmlformats.org/officeDocument/2006/relationships/slide" Target="/ppt/slides/slide4.xml" Id="Rea05ff998b194d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8ab5b4bbff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85585286f474d" /><Relationship Type="http://schemas.openxmlformats.org/officeDocument/2006/relationships/notesMaster" Target="/ppt/notesMasters/notesMaster1.xml" Id="R5475cbe091b4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4efe239fe54b96" /><Relationship Type="http://schemas.openxmlformats.org/officeDocument/2006/relationships/notesMaster" Target="/ppt/notesMasters/notesMaster1.xml" Id="Ra677aaeb2b6c4a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059e5ec35d41e1" /><Relationship Type="http://schemas.openxmlformats.org/officeDocument/2006/relationships/notesMaster" Target="/ppt/notesMasters/notesMaster1.xml" Id="R95f1ec8603b1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f45beff58a4661" /><Relationship Type="http://schemas.openxmlformats.org/officeDocument/2006/relationships/notesMaster" Target="/ppt/notesMasters/notesMaster1.xml" Id="Rcc099df55aa34e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9d5dc0d7749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48f69013704990" /><Relationship Type="http://schemas.openxmlformats.org/officeDocument/2006/relationships/slideLayout" Target="/ppt/slideLayouts/slideLayout1.xml" Id="R74aa835ffdd7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a835ffdd7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e013445d94223" /><Relationship Type="http://schemas.openxmlformats.org/officeDocument/2006/relationships/image" Target="/ppt/media/image.png" Id="R27c4cfce5a864ca3" /><Relationship Type="http://schemas.openxmlformats.org/officeDocument/2006/relationships/notesSlide" Target="/ppt/notesSlides/notesSlide1.xml" Id="R60fb83c45143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5cfb13f84ab8" /><Relationship Type="http://schemas.openxmlformats.org/officeDocument/2006/relationships/image" Target="/ppt/media/image2.png" Id="Rf5b17448e7fe45ed" /><Relationship Type="http://schemas.openxmlformats.org/officeDocument/2006/relationships/image" Target="/ppt/media/image3.png" Id="R3d291be62ff0437b" /><Relationship Type="http://schemas.openxmlformats.org/officeDocument/2006/relationships/image" Target="/ppt/media/image4.png" Id="R9235e2b429ea4219" /><Relationship Type="http://schemas.openxmlformats.org/officeDocument/2006/relationships/image" Target="/ppt/media/image5.png" Id="R64995b0208564659" /><Relationship Type="http://schemas.openxmlformats.org/officeDocument/2006/relationships/notesSlide" Target="/ppt/notesSlides/notesSlide2.xml" Id="Rac42167e410f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cdfcbbce647c1" /><Relationship Type="http://schemas.openxmlformats.org/officeDocument/2006/relationships/image" Target="/ppt/media/image6.png" Id="R374d81d19f0542db" /><Relationship Type="http://schemas.openxmlformats.org/officeDocument/2006/relationships/notesSlide" Target="/ppt/notesSlides/notesSlide3.xml" Id="R375117d06b294b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c48bd686d47a8" /><Relationship Type="http://schemas.openxmlformats.org/officeDocument/2006/relationships/image" Target="/ppt/media/image7.png" Id="R7fad1916458c44ca" /><Relationship Type="http://schemas.openxmlformats.org/officeDocument/2006/relationships/notesSlide" Target="/ppt/notesSlides/notesSlide4.xml" Id="R8b079d9fb9d0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4cfce5a864ca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44419-0712-4916-90D4-7C2DB11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29835356-38C0-423C-B05A-832EBD81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D913A3E-B5C7-4DA0-AA94-D3426235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WEEKEND PHOTO DIARY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52A3D5-A1F5-46BD-BC80-678F64BB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weekend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in soft focus</a:t>
            </a:r>
          </a:p>
        </p:txBody>
      </p:sp>
      <p:sp>
        <p:nvSpPr>
          <p:cNvPr id="6" name="counter-01">
            <a:extLst xmlns:a="http://schemas.openxmlformats.org/drawingml/2006/main">
              <a:ext uri="{FF2B5EF4-FFF2-40B4-BE49-F238E27FC236}">
                <a16:creationId xmlns:a16="http://schemas.microsoft.com/office/drawing/2014/main" id="{AB43B5E7-A0E2-4B3C-9968-88681FA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FE4FC580-817A-4CDE-B5AB-A78AC2AD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A7109F5D-E4FF-4EE8-86E4-0D6FA37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68025"/>
            <a:ext cx="72390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body-copy">
            <a:extLst xmlns:a="http://schemas.openxmlformats.org/drawingml/2006/main">
              <a:ext uri="{FF2B5EF4-FFF2-40B4-BE49-F238E27FC236}">
                <a16:creationId xmlns:a16="http://schemas.microsoft.com/office/drawing/2014/main" id="{EC5FCE8A-AA8D-46C4-B71B-E98FFCB2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144250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few small things i want to remember from lately</a:t>
            </a:r>
          </a:p>
        </p:txBody>
      </p:sp>
      <p:sp>
        <p:nvSpPr>
          <p:cNvPr id="10" name="meta-copy">
            <a:extLst xmlns:a="http://schemas.openxmlformats.org/drawingml/2006/main">
              <a:ext uri="{FF2B5EF4-FFF2-40B4-BE49-F238E27FC236}">
                <a16:creationId xmlns:a16="http://schemas.microsoft.com/office/drawing/2014/main" id="{5D6A8EAE-E5CF-4893-8789-013529CC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camera roll notes → august</a:t>
            </a:r>
          </a:p>
        </p:txBody>
      </p:sp>
    </p:spTree>
    <p:extLst>
      <p:ext uri="{BB962C8B-B14F-4D97-AF65-F5344CB8AC3E}">
        <p14:creationId xmlns:p14="http://schemas.microsoft.com/office/powerpoint/2010/main" val="1105207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A5BC520F-5445-41C8-BFF7-B51233E3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781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85902CA-F8E3-4CAB-8F4A-D1D0CC00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THE LITTLE THINGS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57BA42-D18E-41F9-AE81-D125B90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647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more of this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please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17448e7fe45ed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91be62ff0437b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5e2b429ea4219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5b0208564659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counter-02">
            <a:extLst xmlns:a="http://schemas.openxmlformats.org/drawingml/2006/main">
              <a:ext uri="{FF2B5EF4-FFF2-40B4-BE49-F238E27FC236}">
                <a16:creationId xmlns:a16="http://schemas.microsoft.com/office/drawing/2014/main" id="{32A35934-8A33-407A-8F38-F52BD6F7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FB928760-DCC4-4B74-A333-303C6DFB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9628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d81d19f0542d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61D57-0E23-45AF-8426-57F8506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C4A5F0E9-151E-4142-AC72-07406F3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628BC0E-0507-47AF-AB96-8DDBA2A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CURRENTLY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3462B3-A5F7-4D0E-8D15-DF06AD4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weekend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favourites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87DE85D2-0D82-409C-9157-B2F6C83A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86BB19B1-E3F8-4FCB-B1A9-19226974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1705AF80-011A-4A5E-9781-81FF152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slow pages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7A10A029-3D1D-43C3-A3C9-6686DD1A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09852A26-844B-490C-95B6-1DD7292E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coffee walks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DEC4981E-171D-4695-B414-CA15A594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1DF7F27A-8CDE-4C7A-8FEC-07218AF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flowers</a:t>
            </a:r>
          </a:p>
        </p:txBody>
      </p:sp>
      <p:sp>
        <p:nvSpPr>
          <p:cNvPr id="13" name="list-arrow-4">
            <a:extLst xmlns:a="http://schemas.openxmlformats.org/drawingml/2006/main">
              <a:ext uri="{FF2B5EF4-FFF2-40B4-BE49-F238E27FC236}">
                <a16:creationId xmlns:a16="http://schemas.microsoft.com/office/drawing/2014/main" id="{B63FCFD5-C6AB-4147-AA7D-807ABF71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864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4" name="list-item-4">
            <a:extLst xmlns:a="http://schemas.openxmlformats.org/drawingml/2006/main">
              <a:ext uri="{FF2B5EF4-FFF2-40B4-BE49-F238E27FC236}">
                <a16:creationId xmlns:a16="http://schemas.microsoft.com/office/drawing/2014/main" id="{E444D658-AF0B-434B-AAF4-6BB18F7A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864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long way home</a:t>
            </a:r>
          </a:p>
        </p:txBody>
      </p:sp>
      <p:sp>
        <p:nvSpPr>
          <p:cNvPr id="15" name="meta-copy">
            <a:extLst xmlns:a="http://schemas.openxmlformats.org/drawingml/2006/main">
              <a:ext uri="{FF2B5EF4-FFF2-40B4-BE49-F238E27FC236}">
                <a16:creationId xmlns:a16="http://schemas.microsoft.com/office/drawing/2014/main" id="{F333352C-E043-4FA8-941F-0D99D03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tiny wins from this week ✦</a:t>
            </a:r>
          </a:p>
        </p:txBody>
      </p:sp>
      <p:sp>
        <p:nvSpPr>
          <p:cNvPr id="16" name="counter-03">
            <a:extLst xmlns:a="http://schemas.openxmlformats.org/drawingml/2006/main">
              <a:ext uri="{FF2B5EF4-FFF2-40B4-BE49-F238E27FC236}">
                <a16:creationId xmlns:a16="http://schemas.microsoft.com/office/drawing/2014/main" id="{5F2D1079-7354-45D4-88C9-B2D3223A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9EC9118F-5BFD-409E-B5C8-C138E7FF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7194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d1916458c44ca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A6D4D-D671-4257-8D0F-C534C7B8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607DB355-142B-4A91-B2FE-0EED2D57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686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D550779-BC3F-4BD5-9EC5-4EA111A8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UNTIL NEXT TIME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62473E-716A-4EF8-89C7-C97A8F8B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save the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feeling</a:t>
            </a:r>
          </a:p>
        </p:txBody>
      </p:sp>
      <p:sp>
        <p:nvSpPr>
          <p:cNvPr id="6" name="counter-04">
            <a:extLst xmlns:a="http://schemas.openxmlformats.org/drawingml/2006/main">
              <a:ext uri="{FF2B5EF4-FFF2-40B4-BE49-F238E27FC236}">
                <a16:creationId xmlns:a16="http://schemas.microsoft.com/office/drawing/2014/main" id="{44B8559D-E86B-4C8A-A1CB-418D2B8B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B7C76C92-4EC4-4444-8C9C-75B0B8A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8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9CAFBC6C-E0AD-480E-B6EC-5349641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body-copy">
            <a:extLst xmlns:a="http://schemas.openxmlformats.org/drawingml/2006/main">
              <a:ext uri="{FF2B5EF4-FFF2-40B4-BE49-F238E27FC236}">
                <a16:creationId xmlns:a16="http://schemas.microsoft.com/office/drawing/2014/main" id="{953A2600-C45A-4CE6-848B-C16BF10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 want more weekends that make the week feel a little lighter</a:t>
            </a:r>
          </a:p>
        </p:txBody>
      </p:sp>
      <p:sp>
        <p:nvSpPr>
          <p:cNvPr id="10" name="meta-copy">
            <a:extLst xmlns:a="http://schemas.openxmlformats.org/drawingml/2006/main">
              <a:ext uri="{FF2B5EF4-FFF2-40B4-BE49-F238E27FC236}">
                <a16:creationId xmlns:a16="http://schemas.microsoft.com/office/drawing/2014/main" id="{3411062F-5D32-42BD-8006-773C877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for a slower day ♡</a:t>
            </a:r>
          </a:p>
        </p:txBody>
      </p:sp>
    </p:spTree>
    <p:extLst>
      <p:ext uri="{BB962C8B-B14F-4D97-AF65-F5344CB8AC3E}">
        <p14:creationId xmlns:p14="http://schemas.microsoft.com/office/powerpoint/2010/main" val="1294127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2026-08-12T08:38:07.5550000Z</dcterms:created>
  <dcterms:modified xsi:type="dcterms:W3CDTF">2026-08-12T08:38:07.5550000Z</dcterms:modified>
</coreProperties>
</file>