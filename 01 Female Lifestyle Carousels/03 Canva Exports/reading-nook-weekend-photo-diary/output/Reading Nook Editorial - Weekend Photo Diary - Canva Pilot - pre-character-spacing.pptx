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f4f7bea5d545b3" /><Relationship Type="http://schemas.openxmlformats.org/officeDocument/2006/relationships/extended-properties" Target="/docProps/app.xml" Id="Rc87ef32a355b47b8" /><Relationship Type="http://schemas.openxmlformats.org/officeDocument/2006/relationships/officeDocument" Target="/ppt/presentation.xml" Id="R352b21dfe06a4b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b98fdf1bae4030"/>
  </p:sldMasterIdLst>
  <p:notesMasterIdLst>
    <p:notesMasterId xmlns:r="http://schemas.openxmlformats.org/officeDocument/2006/relationships" r:id="R54032ff2348c4155"/>
  </p:notesMasterIdLst>
  <p:sldIdLst>
    <p:sldId xmlns:r="http://schemas.openxmlformats.org/officeDocument/2006/relationships" id="256" r:id="R2c40cb2b8fef4beb"/>
    <p:sldId xmlns:r="http://schemas.openxmlformats.org/officeDocument/2006/relationships" id="257" r:id="R797f423caf264a30"/>
    <p:sldId xmlns:r="http://schemas.openxmlformats.org/officeDocument/2006/relationships" id="258" r:id="R16b73af696884f9a"/>
    <p:sldId xmlns:r="http://schemas.openxmlformats.org/officeDocument/2006/relationships" id="259" r:id="R1427d13f18c94081"/>
  </p:sldIdLst>
  <p:sldSz cx="10287000" cy="12858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7598e3a34743bf" /><Relationship Type="http://schemas.openxmlformats.org/officeDocument/2006/relationships/slideMaster" Target="/ppt/slideMasters/slideMaster1.xml" Id="Rc5b98fdf1bae4030" /><Relationship Type="http://schemas.openxmlformats.org/officeDocument/2006/relationships/notesMaster" Target="/ppt/notesMasters/notesMaster1.xml" Id="R54032ff2348c4155" /><Relationship Type="http://schemas.openxmlformats.org/officeDocument/2006/relationships/presProps" Target="/ppt/presProps.xml" Id="R79fa27610f934939" /><Relationship Type="http://schemas.openxmlformats.org/officeDocument/2006/relationships/tableStyles" Target="/ppt/tableStyles.xml" Id="Ra077c8f82e114395" /><Relationship Type="http://schemas.openxmlformats.org/officeDocument/2006/relationships/slide" Target="/ppt/slides/slide1.xml" Id="R2c40cb2b8fef4beb" /><Relationship Type="http://schemas.openxmlformats.org/officeDocument/2006/relationships/slide" Target="/ppt/slides/slide2.xml" Id="R797f423caf264a30" /><Relationship Type="http://schemas.openxmlformats.org/officeDocument/2006/relationships/slide" Target="/ppt/slides/slide3.xml" Id="R16b73af696884f9a" /><Relationship Type="http://schemas.openxmlformats.org/officeDocument/2006/relationships/slide" Target="/ppt/slides/slide4.xml" Id="R1427d13f18c940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e4ae30ed254c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323850" dist="161645" dir="2700000">
              <a:srgbClr val="342E3F">
                <a:alpha val="12000"/>
              </a:srgbClr>
            </a:outerShdw>
          </a:effectLst>
        </a:effectStyle>
        <a:effectStyle>
          <a:effectLst>
            <a:outerShdw blurRad="266700" dist="134704" dir="2700000">
              <a:srgbClr val="342E3F">
                <a:alpha val="1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e38ba5b0534266" /><Relationship Type="http://schemas.openxmlformats.org/officeDocument/2006/relationships/notesMaster" Target="/ppt/notesMasters/notesMaster1.xml" Id="R661e36fd16e446a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b4bfef135c54f9e" /><Relationship Type="http://schemas.openxmlformats.org/officeDocument/2006/relationships/notesMaster" Target="/ppt/notesMasters/notesMaster1.xml" Id="Rdd78ebc06c7047f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99d687bb5aa475b" /><Relationship Type="http://schemas.openxmlformats.org/officeDocument/2006/relationships/notesMaster" Target="/ppt/notesMasters/notesMaster1.xml" Id="Rfb580c8da2be49f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90fedd14ca44b79" /><Relationship Type="http://schemas.openxmlformats.org/officeDocument/2006/relationships/notesMaster" Target="/ppt/notesMasters/notesMaster1.xml" Id="Rc177b5c7061344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8001b2cdf246e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72a53c76b644bd" /><Relationship Type="http://schemas.openxmlformats.org/officeDocument/2006/relationships/slideLayout" Target="/ppt/slideLayouts/slideLayout1.xml" Id="R0f7c86c5d7ce4df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7c86c5d7ce4df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323850" dist="161645" dir="2700000">
              <a:srgbClr val="342E3F">
                <a:alpha val="12000"/>
              </a:srgbClr>
            </a:outerShdw>
          </a:effectLst>
        </a:effectStyle>
        <a:effectStyle>
          <a:effectLst>
            <a:outerShdw blurRad="266700" dist="134704" dir="2700000">
              <a:srgbClr val="342E3F">
                <a:alpha val="1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c49050b2fb4323" /><Relationship Type="http://schemas.openxmlformats.org/officeDocument/2006/relationships/image" Target="/ppt/media/image.png" Id="R6f3c2bcd7e4e4b39" /><Relationship Type="http://schemas.openxmlformats.org/officeDocument/2006/relationships/notesSlide" Target="/ppt/notesSlides/notesSlide1.xml" Id="Rebd47b1f738d4e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88404d91e948aa" /><Relationship Type="http://schemas.openxmlformats.org/officeDocument/2006/relationships/image" Target="/ppt/media/image2.png" Id="Rdc34474016a447c2" /><Relationship Type="http://schemas.openxmlformats.org/officeDocument/2006/relationships/image" Target="/ppt/media/image3.png" Id="R22b6bbe115604757" /><Relationship Type="http://schemas.openxmlformats.org/officeDocument/2006/relationships/image" Target="/ppt/media/image4.png" Id="R3288aa92ab384dcb" /><Relationship Type="http://schemas.openxmlformats.org/officeDocument/2006/relationships/image" Target="/ppt/media/image5.png" Id="R6ad5fceaafbd4863" /><Relationship Type="http://schemas.openxmlformats.org/officeDocument/2006/relationships/notesSlide" Target="/ppt/notesSlides/notesSlide2.xml" Id="R7099723867764d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8ffce6dda14b04" /><Relationship Type="http://schemas.openxmlformats.org/officeDocument/2006/relationships/image" Target="/ppt/media/image6.png" Id="R7bdaba3393f24575" /><Relationship Type="http://schemas.openxmlformats.org/officeDocument/2006/relationships/notesSlide" Target="/ppt/notesSlides/notesSlide3.xml" Id="R4209a23ddd8543f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0190702c7c495a" /><Relationship Type="http://schemas.openxmlformats.org/officeDocument/2006/relationships/image" Target="/ppt/media/image7.png" Id="R15166c0cdddb44ae" /><Relationship Type="http://schemas.openxmlformats.org/officeDocument/2006/relationships/notesSlide" Target="/ppt/notesSlides/notesSlide4.xml" Id="R006d763b53d045d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3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3c2bcd7e4e4b39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9C1CD0-658D-45EC-9EB5-8368F082B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BF3E6">
                  <a:alpha val="88000"/>
                </a:srgbClr>
              </a:gs>
              <a:gs pos="62000">
                <a:srgbClr val="FBF3E6">
                  <a:alpha val="12000"/>
                </a:srgbClr>
              </a:gs>
              <a:gs pos="100000">
                <a:srgbClr val="FBF3E6">
                  <a:alpha val="48000"/>
                </a:srgbClr>
              </a:gs>
            </a:gsLst>
            <a:lin ang="54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-pill">
            <a:extLst xmlns:a="http://schemas.openxmlformats.org/drawingml/2006/main">
              <a:ext uri="{FF2B5EF4-FFF2-40B4-BE49-F238E27FC236}">
                <a16:creationId xmlns:a16="http://schemas.microsoft.com/office/drawing/2014/main" id="{D29729AF-A85A-4A32-B83B-2CF107595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3143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3E6">
              <a:alpha val="78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2B084407-FF64-4F01-85DB-C5A290898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2914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65703D"/>
                </a:solidFill>
                <a:latin typeface="Poppins"/>
                <a:ea typeface="Poppins"/>
                <a:cs typeface="Poppins"/>
              </a:defRPr>
            </a:pPr>
            <a:r>
              <a:rPr sz="1275" b="1" i="0">
                <a:solidFill>
                  <a:srgbClr val="65703D"/>
                </a:solidFill>
                <a:latin typeface="Poppins"/>
                <a:ea typeface="Poppins"/>
                <a:cs typeface="Poppins"/>
              </a:rPr>
              <a:t>WEEKEND PHOTO DIARY · 01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5174422-57A2-4DFF-875F-E12B21775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43000"/>
            <a:ext cx="6667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1000"/>
              </a:lnSpc>
              <a:buNone/>
              <a:defRPr sz="6600" b="1" i="0">
                <a:solidFill>
                  <a:srgbClr val="342E3F"/>
                </a:solidFill>
                <a:latin typeface="Georgia"/>
                <a:ea typeface="Georgia"/>
                <a:cs typeface="Georgia"/>
              </a:defRPr>
            </a:pPr>
            <a:r>
              <a:rPr sz="6600" b="1" i="0">
                <a:solidFill>
                  <a:srgbClr val="342E3F"/>
                </a:solidFill>
                <a:latin typeface="Georgia"/>
                <a:ea typeface="Georgia"/>
                <a:cs typeface="Georgia"/>
              </a:rPr>
              <a:t>a weekend</a:t>
            </a:r>
          </a:p>
          <a:p xmlns:a="http://schemas.openxmlformats.org/drawingml/2006/main">
            <a:pPr algn="l">
              <a:lnSpc>
                <a:spcPct val="91000"/>
              </a:lnSpc>
              <a:buNone/>
              <a:defRPr sz="6600" b="1" i="0">
                <a:solidFill>
                  <a:srgbClr val="342E3F"/>
                </a:solidFill>
                <a:latin typeface="Georgia"/>
                <a:ea typeface="Georgia"/>
                <a:cs typeface="Georgia"/>
              </a:defRPr>
            </a:pPr>
            <a:r>
              <a:rPr sz="6600" b="1" i="0">
                <a:solidFill>
                  <a:srgbClr val="342E3F"/>
                </a:solidFill>
                <a:latin typeface="Georgia"/>
                <a:ea typeface="Georgia"/>
                <a:cs typeface="Georgia"/>
              </a:rPr>
              <a:t>in soft focus</a:t>
            </a:r>
          </a:p>
        </p:txBody>
      </p:sp>
      <p:sp>
        <p:nvSpPr>
          <p:cNvPr id="6" name="counter-01">
            <a:extLst xmlns:a="http://schemas.openxmlformats.org/drawingml/2006/main">
              <a:ext uri="{FF2B5EF4-FFF2-40B4-BE49-F238E27FC236}">
                <a16:creationId xmlns:a16="http://schemas.microsoft.com/office/drawing/2014/main" id="{45699F6B-3AFE-4307-B0DE-808F487C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17157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3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counter-01-text">
            <a:extLst xmlns:a="http://schemas.openxmlformats.org/drawingml/2006/main">
              <a:ext uri="{FF2B5EF4-FFF2-40B4-BE49-F238E27FC236}">
                <a16:creationId xmlns:a16="http://schemas.microsoft.com/office/drawing/2014/main" id="{5ED5E462-FA44-47F5-8729-F0E27367D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1877675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342E3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342E3F"/>
                </a:solidFill>
                <a:latin typeface="Poppins"/>
                <a:ea typeface="Poppins"/>
                <a:cs typeface="Poppins"/>
              </a:rPr>
              <a:t>01</a:t>
            </a:r>
          </a:p>
        </p:txBody>
      </p:sp>
      <p:sp>
        <p:nvSpPr>
          <p:cNvPr id="8" name="editable-caption-card">
            <a:extLst xmlns:a="http://schemas.openxmlformats.org/drawingml/2006/main">
              <a:ext uri="{FF2B5EF4-FFF2-40B4-BE49-F238E27FC236}">
                <a16:creationId xmlns:a16="http://schemas.microsoft.com/office/drawing/2014/main" id="{6AE3F804-86E0-4197-8656-96EB0DAF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68025"/>
            <a:ext cx="8915400" cy="12573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BF3E6">
              <a:alpha val="93000"/>
            </a:srgbClr>
          </a:solidFill>
          <a:ln xmlns:a="http://schemas.openxmlformats.org/drawingml/2006/main" w="9525">
            <a:solidFill>
              <a:srgbClr val="342E3F">
                <a:alpha val="12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9" name="body-copy">
            <a:extLst xmlns:a="http://schemas.openxmlformats.org/drawingml/2006/main">
              <a:ext uri="{FF2B5EF4-FFF2-40B4-BE49-F238E27FC236}">
                <a16:creationId xmlns:a16="http://schemas.microsoft.com/office/drawing/2014/main" id="{746EB18B-B525-4B6C-81EC-1B2FEE5BE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1144250"/>
            <a:ext cx="628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025" b="0" i="0">
                <a:solidFill>
                  <a:srgbClr val="342E3F"/>
                </a:solidFill>
                <a:latin typeface="Poppins"/>
                <a:ea typeface="Poppins"/>
                <a:cs typeface="Poppins"/>
              </a:defRPr>
            </a:pPr>
            <a:r>
              <a:rPr sz="2025" b="0" i="0">
                <a:solidFill>
                  <a:srgbClr val="342E3F"/>
                </a:solidFill>
                <a:latin typeface="Poppins"/>
                <a:ea typeface="Poppins"/>
                <a:cs typeface="Poppins"/>
              </a:rPr>
              <a:t>a few small things i want to remember from lately</a:t>
            </a:r>
          </a:p>
        </p:txBody>
      </p:sp>
      <p:sp>
        <p:nvSpPr>
          <p:cNvPr id="10" name="meta-copy">
            <a:extLst xmlns:a="http://schemas.openxmlformats.org/drawingml/2006/main">
              <a:ext uri="{FF2B5EF4-FFF2-40B4-BE49-F238E27FC236}">
                <a16:creationId xmlns:a16="http://schemas.microsoft.com/office/drawing/2014/main" id="{7F8F1454-DDD1-4C80-91BF-F231B7417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165860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9CA274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9CA274"/>
                </a:solidFill>
                <a:latin typeface="Poppins"/>
                <a:ea typeface="Poppins"/>
                <a:cs typeface="Poppins"/>
              </a:rPr>
              <a:t>camera roll notes → august</a:t>
            </a:r>
          </a:p>
        </p:txBody>
      </p:sp>
    </p:spTree>
    <p:extLst>
      <p:ext uri="{BB962C8B-B14F-4D97-AF65-F5344CB8AC3E}">
        <p14:creationId xmlns:p14="http://schemas.microsoft.com/office/powerpoint/2010/main" val="21354720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3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-pill">
            <a:extLst xmlns:a="http://schemas.openxmlformats.org/drawingml/2006/main">
              <a:ext uri="{FF2B5EF4-FFF2-40B4-BE49-F238E27FC236}">
                <a16:creationId xmlns:a16="http://schemas.microsoft.com/office/drawing/2014/main" id="{85E56449-2D1C-461F-836E-53AF0162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27813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3E6">
              <a:alpha val="78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7BF2DE70-ED58-42F4-9938-6D23B602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2552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65703D"/>
                </a:solidFill>
                <a:latin typeface="Poppins"/>
                <a:ea typeface="Poppins"/>
                <a:cs typeface="Poppins"/>
              </a:defRPr>
            </a:pPr>
            <a:r>
              <a:rPr sz="1275" b="1" i="0">
                <a:solidFill>
                  <a:srgbClr val="65703D"/>
                </a:solidFill>
                <a:latin typeface="Poppins"/>
                <a:ea typeface="Poppins"/>
                <a:cs typeface="Poppins"/>
              </a:rPr>
              <a:t>THE LITTLE THINGS · 02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E8AF59D-C713-49B5-931C-E80935B4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6477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1000"/>
              </a:lnSpc>
              <a:buNone/>
              <a:defRPr sz="6600" b="1" i="0">
                <a:solidFill>
                  <a:srgbClr val="342E3F"/>
                </a:solidFill>
                <a:latin typeface="Georgia"/>
                <a:ea typeface="Georgia"/>
                <a:cs typeface="Georgia"/>
              </a:defRPr>
            </a:pPr>
            <a:r>
              <a:rPr sz="6600" b="1" i="0">
                <a:solidFill>
                  <a:srgbClr val="342E3F"/>
                </a:solidFill>
                <a:latin typeface="Georgia"/>
                <a:ea typeface="Georgia"/>
                <a:cs typeface="Georgia"/>
              </a:rPr>
              <a:t>more of this</a:t>
            </a:r>
          </a:p>
          <a:p xmlns:a="http://schemas.openxmlformats.org/drawingml/2006/main">
            <a:pPr algn="l">
              <a:lnSpc>
                <a:spcPct val="91000"/>
              </a:lnSpc>
              <a:buNone/>
              <a:defRPr sz="6600" b="1" i="0">
                <a:solidFill>
                  <a:srgbClr val="342E3F"/>
                </a:solidFill>
                <a:latin typeface="Georgia"/>
                <a:ea typeface="Georgia"/>
                <a:cs typeface="Georgia"/>
              </a:defRPr>
            </a:pPr>
            <a:r>
              <a:rPr sz="6600" b="1" i="0">
                <a:solidFill>
                  <a:srgbClr val="342E3F"/>
                </a:solidFill>
                <a:latin typeface="Georgia"/>
                <a:ea typeface="Georgia"/>
                <a:cs typeface="Georgia"/>
              </a:rPr>
              <a:t>please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34474016a447c2"/>
          <a:srcRect xmlns:a="http://schemas.openxmlformats.org/drawingml/2006/main" l="0" t="13554" r="0" b="135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3810000"/>
            <a:ext cx="4486275" cy="4086225"/>
          </a:xfrm>
          <a:prstGeom xmlns:a="http://schemas.openxmlformats.org/drawingml/2006/main" prst="roundRect">
            <a:avLst>
              <a:gd name="adj" fmla="val 5594"/>
            </a:avLst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b6bbe115604757"/>
          <a:srcRect xmlns:a="http://schemas.openxmlformats.org/drawingml/2006/main" l="0" t="4459" r="0" b="44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72075" y="3810000"/>
            <a:ext cx="4486275" cy="4086225"/>
          </a:xfrm>
          <a:prstGeom xmlns:a="http://schemas.openxmlformats.org/drawingml/2006/main" prst="roundRect">
            <a:avLst>
              <a:gd name="adj" fmla="val 5594"/>
            </a:avLst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88aa92ab384dcb"/>
          <a:srcRect xmlns:a="http://schemas.openxmlformats.org/drawingml/2006/main" l="0" t="4459" r="0" b="44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8105775"/>
            <a:ext cx="4486275" cy="4086225"/>
          </a:xfrm>
          <a:prstGeom xmlns:a="http://schemas.openxmlformats.org/drawingml/2006/main" prst="roundRect">
            <a:avLst>
              <a:gd name="adj" fmla="val 5594"/>
            </a:avLst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d5fceaafbd4863"/>
          <a:srcRect xmlns:a="http://schemas.openxmlformats.org/drawingml/2006/main" l="0" t="13554" r="0" b="135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72075" y="8105775"/>
            <a:ext cx="4486275" cy="4086225"/>
          </a:xfrm>
          <a:prstGeom xmlns:a="http://schemas.openxmlformats.org/drawingml/2006/main" prst="roundRect">
            <a:avLst>
              <a:gd name="adj" fmla="val 5594"/>
            </a:avLst>
          </a:prstGeom>
        </p:spPr>
      </p:pic>
      <p:sp>
        <p:nvSpPr>
          <p:cNvPr id="8" name="counter-02">
            <a:extLst xmlns:a="http://schemas.openxmlformats.org/drawingml/2006/main">
              <a:ext uri="{FF2B5EF4-FFF2-40B4-BE49-F238E27FC236}">
                <a16:creationId xmlns:a16="http://schemas.microsoft.com/office/drawing/2014/main" id="{F1B5A4F1-AEE2-493B-98E5-BAB431A7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17157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3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counter-02-text">
            <a:extLst xmlns:a="http://schemas.openxmlformats.org/drawingml/2006/main">
              <a:ext uri="{FF2B5EF4-FFF2-40B4-BE49-F238E27FC236}">
                <a16:creationId xmlns:a16="http://schemas.microsoft.com/office/drawing/2014/main" id="{D847FC59-EE4B-4790-A823-28AAB085D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1877675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342E3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342E3F"/>
                </a:solidFill>
                <a:latin typeface="Poppins"/>
                <a:ea typeface="Poppins"/>
                <a:cs typeface="Poppi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65909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3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daba3393f24575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03A044-C99B-4541-81C0-97784AFF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BF3E6">
                  <a:alpha val="86000"/>
                </a:srgbClr>
              </a:gs>
              <a:gs pos="60000">
                <a:srgbClr val="FBF3E6">
                  <a:alpha val="38000"/>
                </a:srgbClr>
              </a:gs>
              <a:gs pos="100000">
                <a:srgbClr val="342E3F">
                  <a:alpha val="50000"/>
                </a:srgbClr>
              </a:gs>
            </a:gsLst>
            <a:lin ang="54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-pill">
            <a:extLst xmlns:a="http://schemas.openxmlformats.org/drawingml/2006/main">
              <a:ext uri="{FF2B5EF4-FFF2-40B4-BE49-F238E27FC236}">
                <a16:creationId xmlns:a16="http://schemas.microsoft.com/office/drawing/2014/main" id="{7A33A339-2660-4362-B5ED-1A93AB0D8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9240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3E6">
              <a:alpha val="78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640AF3B6-5FA5-41D6-8549-0E428AEC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65703D"/>
                </a:solidFill>
                <a:latin typeface="Poppins"/>
                <a:ea typeface="Poppins"/>
                <a:cs typeface="Poppins"/>
              </a:defRPr>
            </a:pPr>
            <a:r>
              <a:rPr sz="1275" b="1" i="0">
                <a:solidFill>
                  <a:srgbClr val="65703D"/>
                </a:solidFill>
                <a:latin typeface="Poppins"/>
                <a:ea typeface="Poppins"/>
                <a:cs typeface="Poppins"/>
              </a:rPr>
              <a:t>CURRENTLY · 03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021C89B-4C63-434A-B15F-B40525E0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52500"/>
            <a:ext cx="6667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1000"/>
              </a:lnSpc>
              <a:buNone/>
              <a:defRPr sz="6600" b="1" i="0">
                <a:solidFill>
                  <a:srgbClr val="342E3F"/>
                </a:solidFill>
                <a:latin typeface="Georgia"/>
                <a:ea typeface="Georgia"/>
                <a:cs typeface="Georgia"/>
              </a:defRPr>
            </a:pPr>
            <a:r>
              <a:rPr sz="6600" b="1" i="0">
                <a:solidFill>
                  <a:srgbClr val="342E3F"/>
                </a:solidFill>
                <a:latin typeface="Georgia"/>
                <a:ea typeface="Georgia"/>
                <a:cs typeface="Georgia"/>
              </a:rPr>
              <a:t>weekend</a:t>
            </a:r>
          </a:p>
          <a:p xmlns:a="http://schemas.openxmlformats.org/drawingml/2006/main">
            <a:pPr algn="l">
              <a:lnSpc>
                <a:spcPct val="91000"/>
              </a:lnSpc>
              <a:buNone/>
              <a:defRPr sz="6600" b="1" i="0">
                <a:solidFill>
                  <a:srgbClr val="342E3F"/>
                </a:solidFill>
                <a:latin typeface="Georgia"/>
                <a:ea typeface="Georgia"/>
                <a:cs typeface="Georgia"/>
              </a:defRPr>
            </a:pPr>
            <a:r>
              <a:rPr sz="6600" b="1" i="0">
                <a:solidFill>
                  <a:srgbClr val="342E3F"/>
                </a:solidFill>
                <a:latin typeface="Georgia"/>
                <a:ea typeface="Georgia"/>
                <a:cs typeface="Georgia"/>
              </a:rPr>
              <a:t>favourites</a:t>
            </a:r>
          </a:p>
        </p:txBody>
      </p:sp>
      <p:sp>
        <p:nvSpPr>
          <p:cNvPr id="6" name="editable-list-card">
            <a:extLst xmlns:a="http://schemas.openxmlformats.org/drawingml/2006/main">
              <a:ext uri="{FF2B5EF4-FFF2-40B4-BE49-F238E27FC236}">
                <a16:creationId xmlns:a16="http://schemas.microsoft.com/office/drawing/2014/main" id="{AF00ED94-5287-4D17-B8D4-5D4036687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4476750" cy="2647950"/>
          </a:xfrm>
          <a:prstGeom xmlns:a="http://schemas.openxmlformats.org/drawingml/2006/main" prst="roundRect">
            <a:avLst>
              <a:gd name="adj" fmla="val 8633"/>
            </a:avLst>
          </a:prstGeom>
          <a:solidFill xmlns:a="http://schemas.openxmlformats.org/drawingml/2006/main">
            <a:srgbClr val="FBF3E6">
              <a:alpha val="92000"/>
            </a:srgbClr>
          </a:solidFill>
          <a:ln xmlns:a="http://schemas.openxmlformats.org/drawingml/2006/main" w="9525">
            <a:solidFill>
              <a:srgbClr val="342E3F">
                <a:alpha val="12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7" name="list-arrow-1">
            <a:extLst xmlns:a="http://schemas.openxmlformats.org/drawingml/2006/main">
              <a:ext uri="{FF2B5EF4-FFF2-40B4-BE49-F238E27FC236}">
                <a16:creationId xmlns:a16="http://schemas.microsoft.com/office/drawing/2014/main" id="{92743BD9-4CA5-4958-8C6C-CD2B5B649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29175"/>
            <a:ext cx="304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 i="0">
                <a:solidFill>
                  <a:srgbClr val="9CA274"/>
                </a:solidFill>
                <a:latin typeface="Poppins"/>
                <a:ea typeface="Poppins"/>
                <a:cs typeface="Poppins"/>
              </a:defRPr>
            </a:pPr>
            <a:r>
              <a:rPr sz="2100" b="1" i="0">
                <a:solidFill>
                  <a:srgbClr val="9CA274"/>
                </a:solidFill>
                <a:latin typeface="Poppins"/>
                <a:ea typeface="Poppins"/>
                <a:cs typeface="Poppins"/>
              </a:rPr>
              <a:t>→</a:t>
            </a:r>
          </a:p>
        </p:txBody>
      </p:sp>
      <p:sp>
        <p:nvSpPr>
          <p:cNvPr id="8" name="list-item-1">
            <a:extLst xmlns:a="http://schemas.openxmlformats.org/drawingml/2006/main">
              <a:ext uri="{FF2B5EF4-FFF2-40B4-BE49-F238E27FC236}">
                <a16:creationId xmlns:a16="http://schemas.microsoft.com/office/drawing/2014/main" id="{167E000F-CD18-467B-BA6E-7C62FE460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29175"/>
            <a:ext cx="3562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 i="0">
                <a:solidFill>
                  <a:srgbClr val="342E3F"/>
                </a:solidFill>
                <a:latin typeface="Poppins"/>
                <a:ea typeface="Poppins"/>
                <a:cs typeface="Poppins"/>
              </a:defRPr>
            </a:pPr>
            <a:r>
              <a:rPr sz="2100" b="1" i="0">
                <a:solidFill>
                  <a:srgbClr val="342E3F"/>
                </a:solidFill>
                <a:latin typeface="Poppins"/>
                <a:ea typeface="Poppins"/>
                <a:cs typeface="Poppins"/>
              </a:rPr>
              <a:t>slow pages</a:t>
            </a:r>
          </a:p>
        </p:txBody>
      </p:sp>
      <p:sp>
        <p:nvSpPr>
          <p:cNvPr id="9" name="list-arrow-2">
            <a:extLst xmlns:a="http://schemas.openxmlformats.org/drawingml/2006/main">
              <a:ext uri="{FF2B5EF4-FFF2-40B4-BE49-F238E27FC236}">
                <a16:creationId xmlns:a16="http://schemas.microsoft.com/office/drawing/2014/main" id="{106596FC-F68D-4541-AAE5-C9097C14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324475"/>
            <a:ext cx="304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 i="0">
                <a:solidFill>
                  <a:srgbClr val="9CA274"/>
                </a:solidFill>
                <a:latin typeface="Poppins"/>
                <a:ea typeface="Poppins"/>
                <a:cs typeface="Poppins"/>
              </a:defRPr>
            </a:pPr>
            <a:r>
              <a:rPr sz="2100" b="1" i="0">
                <a:solidFill>
                  <a:srgbClr val="9CA274"/>
                </a:solidFill>
                <a:latin typeface="Poppins"/>
                <a:ea typeface="Poppins"/>
                <a:cs typeface="Poppins"/>
              </a:rPr>
              <a:t>→</a:t>
            </a:r>
          </a:p>
        </p:txBody>
      </p:sp>
      <p:sp>
        <p:nvSpPr>
          <p:cNvPr id="10" name="list-item-2">
            <a:extLst xmlns:a="http://schemas.openxmlformats.org/drawingml/2006/main">
              <a:ext uri="{FF2B5EF4-FFF2-40B4-BE49-F238E27FC236}">
                <a16:creationId xmlns:a16="http://schemas.microsoft.com/office/drawing/2014/main" id="{596E73D2-6A5B-4953-AA51-8E0734626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324475"/>
            <a:ext cx="3562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 i="0">
                <a:solidFill>
                  <a:srgbClr val="342E3F"/>
                </a:solidFill>
                <a:latin typeface="Poppins"/>
                <a:ea typeface="Poppins"/>
                <a:cs typeface="Poppins"/>
              </a:defRPr>
            </a:pPr>
            <a:r>
              <a:rPr sz="2100" b="1" i="0">
                <a:solidFill>
                  <a:srgbClr val="342E3F"/>
                </a:solidFill>
                <a:latin typeface="Poppins"/>
                <a:ea typeface="Poppins"/>
                <a:cs typeface="Poppins"/>
              </a:rPr>
              <a:t>coffee walks</a:t>
            </a:r>
          </a:p>
        </p:txBody>
      </p:sp>
      <p:sp>
        <p:nvSpPr>
          <p:cNvPr id="11" name="list-arrow-3">
            <a:extLst xmlns:a="http://schemas.openxmlformats.org/drawingml/2006/main">
              <a:ext uri="{FF2B5EF4-FFF2-40B4-BE49-F238E27FC236}">
                <a16:creationId xmlns:a16="http://schemas.microsoft.com/office/drawing/2014/main" id="{03F2FD8F-57D7-46CA-8F01-847DC33A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819775"/>
            <a:ext cx="304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 i="0">
                <a:solidFill>
                  <a:srgbClr val="9CA274"/>
                </a:solidFill>
                <a:latin typeface="Poppins"/>
                <a:ea typeface="Poppins"/>
                <a:cs typeface="Poppins"/>
              </a:defRPr>
            </a:pPr>
            <a:r>
              <a:rPr sz="2100" b="1" i="0">
                <a:solidFill>
                  <a:srgbClr val="9CA274"/>
                </a:solidFill>
                <a:latin typeface="Poppins"/>
                <a:ea typeface="Poppins"/>
                <a:cs typeface="Poppins"/>
              </a:rPr>
              <a:t>→</a:t>
            </a:r>
          </a:p>
        </p:txBody>
      </p:sp>
      <p:sp>
        <p:nvSpPr>
          <p:cNvPr id="12" name="list-item-3">
            <a:extLst xmlns:a="http://schemas.openxmlformats.org/drawingml/2006/main">
              <a:ext uri="{FF2B5EF4-FFF2-40B4-BE49-F238E27FC236}">
                <a16:creationId xmlns:a16="http://schemas.microsoft.com/office/drawing/2014/main" id="{C2AF8001-BEA3-4105-AEF1-B2F98CB9F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819775"/>
            <a:ext cx="3562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 i="0">
                <a:solidFill>
                  <a:srgbClr val="342E3F"/>
                </a:solidFill>
                <a:latin typeface="Poppins"/>
                <a:ea typeface="Poppins"/>
                <a:cs typeface="Poppins"/>
              </a:defRPr>
            </a:pPr>
            <a:r>
              <a:rPr sz="2100" b="1" i="0">
                <a:solidFill>
                  <a:srgbClr val="342E3F"/>
                </a:solidFill>
                <a:latin typeface="Poppins"/>
                <a:ea typeface="Poppins"/>
                <a:cs typeface="Poppins"/>
              </a:rPr>
              <a:t>fresh flowers</a:t>
            </a:r>
          </a:p>
        </p:txBody>
      </p:sp>
      <p:sp>
        <p:nvSpPr>
          <p:cNvPr id="13" name="list-arrow-4">
            <a:extLst xmlns:a="http://schemas.openxmlformats.org/drawingml/2006/main">
              <a:ext uri="{FF2B5EF4-FFF2-40B4-BE49-F238E27FC236}">
                <a16:creationId xmlns:a16="http://schemas.microsoft.com/office/drawing/2014/main" id="{2983A609-8CA4-4D17-85CB-806C3F7C4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315075"/>
            <a:ext cx="304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 i="0">
                <a:solidFill>
                  <a:srgbClr val="9CA274"/>
                </a:solidFill>
                <a:latin typeface="Poppins"/>
                <a:ea typeface="Poppins"/>
                <a:cs typeface="Poppins"/>
              </a:defRPr>
            </a:pPr>
            <a:r>
              <a:rPr sz="2100" b="1" i="0">
                <a:solidFill>
                  <a:srgbClr val="9CA274"/>
                </a:solidFill>
                <a:latin typeface="Poppins"/>
                <a:ea typeface="Poppins"/>
                <a:cs typeface="Poppins"/>
              </a:rPr>
              <a:t>→</a:t>
            </a:r>
          </a:p>
        </p:txBody>
      </p:sp>
      <p:sp>
        <p:nvSpPr>
          <p:cNvPr id="14" name="list-item-4">
            <a:extLst xmlns:a="http://schemas.openxmlformats.org/drawingml/2006/main">
              <a:ext uri="{FF2B5EF4-FFF2-40B4-BE49-F238E27FC236}">
                <a16:creationId xmlns:a16="http://schemas.microsoft.com/office/drawing/2014/main" id="{4EE18EF8-23B4-4588-9D87-6B466C31C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315075"/>
            <a:ext cx="3562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 i="0">
                <a:solidFill>
                  <a:srgbClr val="342E3F"/>
                </a:solidFill>
                <a:latin typeface="Poppins"/>
                <a:ea typeface="Poppins"/>
                <a:cs typeface="Poppins"/>
              </a:defRPr>
            </a:pPr>
            <a:r>
              <a:rPr sz="2100" b="1" i="0">
                <a:solidFill>
                  <a:srgbClr val="342E3F"/>
                </a:solidFill>
                <a:latin typeface="Poppins"/>
                <a:ea typeface="Poppins"/>
                <a:cs typeface="Poppins"/>
              </a:rPr>
              <a:t>the long way home</a:t>
            </a:r>
          </a:p>
        </p:txBody>
      </p:sp>
      <p:sp>
        <p:nvSpPr>
          <p:cNvPr id="15" name="meta-copy">
            <a:extLst xmlns:a="http://schemas.openxmlformats.org/drawingml/2006/main">
              <a:ext uri="{FF2B5EF4-FFF2-40B4-BE49-F238E27FC236}">
                <a16:creationId xmlns:a16="http://schemas.microsoft.com/office/drawing/2014/main" id="{F9E96F24-E99E-407A-959D-A65192FF1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FFFAF4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AF4"/>
                </a:solidFill>
                <a:latin typeface="Poppins"/>
                <a:ea typeface="Poppins"/>
                <a:cs typeface="Poppins"/>
              </a:rPr>
              <a:t>tiny wins from this week ✦</a:t>
            </a:r>
          </a:p>
        </p:txBody>
      </p:sp>
      <p:sp>
        <p:nvSpPr>
          <p:cNvPr id="16" name="counter-03">
            <a:extLst xmlns:a="http://schemas.openxmlformats.org/drawingml/2006/main">
              <a:ext uri="{FF2B5EF4-FFF2-40B4-BE49-F238E27FC236}">
                <a16:creationId xmlns:a16="http://schemas.microsoft.com/office/drawing/2014/main" id="{A92B7167-3B5D-42E7-BCF1-1568470A2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17157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3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counter-03-text">
            <a:extLst xmlns:a="http://schemas.openxmlformats.org/drawingml/2006/main">
              <a:ext uri="{FF2B5EF4-FFF2-40B4-BE49-F238E27FC236}">
                <a16:creationId xmlns:a16="http://schemas.microsoft.com/office/drawing/2014/main" id="{07F69D3A-2B3E-40A9-9933-F1E9C364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1877675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342E3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342E3F"/>
                </a:solidFill>
                <a:latin typeface="Poppins"/>
                <a:ea typeface="Poppins"/>
                <a:cs typeface="Poppi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713997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3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166c0cdddb44ae"/>
          <a:srcRect xmlns:a="http://schemas.openxmlformats.org/drawingml/2006/main" l="10000" t="0" r="10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476FF9-CA83-42EA-A354-22229CC42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BF3E6">
                  <a:alpha val="88000"/>
                </a:srgbClr>
              </a:gs>
              <a:gs pos="62000">
                <a:srgbClr val="FBF3E6">
                  <a:alpha val="12000"/>
                </a:srgbClr>
              </a:gs>
              <a:gs pos="100000">
                <a:srgbClr val="FBF3E6">
                  <a:alpha val="48000"/>
                </a:srgbClr>
              </a:gs>
            </a:gsLst>
            <a:lin ang="54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-pill">
            <a:extLst xmlns:a="http://schemas.openxmlformats.org/drawingml/2006/main">
              <a:ext uri="{FF2B5EF4-FFF2-40B4-BE49-F238E27FC236}">
                <a16:creationId xmlns:a16="http://schemas.microsoft.com/office/drawing/2014/main" id="{C904D795-997F-45EF-BB10-65AC3CBA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26860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3E6">
              <a:alpha val="78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1E2BC7CA-3E18-498D-B97E-CA8B206B6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2457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65703D"/>
                </a:solidFill>
                <a:latin typeface="Poppins"/>
                <a:ea typeface="Poppins"/>
                <a:cs typeface="Poppins"/>
              </a:defRPr>
            </a:pPr>
            <a:r>
              <a:rPr sz="1275" b="1" i="0">
                <a:solidFill>
                  <a:srgbClr val="65703D"/>
                </a:solidFill>
                <a:latin typeface="Poppins"/>
                <a:ea typeface="Poppins"/>
                <a:cs typeface="Poppins"/>
              </a:rPr>
              <a:t>UNTIL NEXT TIME · 04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775F737-30B7-4438-9B73-DAB4B5C9A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43000"/>
            <a:ext cx="6667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1000"/>
              </a:lnSpc>
              <a:buNone/>
              <a:defRPr sz="6600" b="1" i="0">
                <a:solidFill>
                  <a:srgbClr val="342E3F"/>
                </a:solidFill>
                <a:latin typeface="Georgia"/>
                <a:ea typeface="Georgia"/>
                <a:cs typeface="Georgia"/>
              </a:defRPr>
            </a:pPr>
            <a:r>
              <a:rPr sz="6600" b="1" i="0">
                <a:solidFill>
                  <a:srgbClr val="342E3F"/>
                </a:solidFill>
                <a:latin typeface="Georgia"/>
                <a:ea typeface="Georgia"/>
                <a:cs typeface="Georgia"/>
              </a:rPr>
              <a:t>save the</a:t>
            </a:r>
          </a:p>
          <a:p xmlns:a="http://schemas.openxmlformats.org/drawingml/2006/main">
            <a:pPr algn="l">
              <a:lnSpc>
                <a:spcPct val="91000"/>
              </a:lnSpc>
              <a:buNone/>
              <a:defRPr sz="6600" b="1" i="0">
                <a:solidFill>
                  <a:srgbClr val="342E3F"/>
                </a:solidFill>
                <a:latin typeface="Georgia"/>
                <a:ea typeface="Georgia"/>
                <a:cs typeface="Georgia"/>
              </a:defRPr>
            </a:pPr>
            <a:r>
              <a:rPr sz="6600" b="1" i="0">
                <a:solidFill>
                  <a:srgbClr val="342E3F"/>
                </a:solidFill>
                <a:latin typeface="Georgia"/>
                <a:ea typeface="Georgia"/>
                <a:cs typeface="Georgia"/>
              </a:rPr>
              <a:t>feeling</a:t>
            </a:r>
          </a:p>
        </p:txBody>
      </p:sp>
      <p:sp>
        <p:nvSpPr>
          <p:cNvPr id="6" name="counter-04">
            <a:extLst xmlns:a="http://schemas.openxmlformats.org/drawingml/2006/main">
              <a:ext uri="{FF2B5EF4-FFF2-40B4-BE49-F238E27FC236}">
                <a16:creationId xmlns:a16="http://schemas.microsoft.com/office/drawing/2014/main" id="{72FE910B-7300-430A-A46E-4D9581C39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17157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3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counter-04-text">
            <a:extLst xmlns:a="http://schemas.openxmlformats.org/drawingml/2006/main">
              <a:ext uri="{FF2B5EF4-FFF2-40B4-BE49-F238E27FC236}">
                <a16:creationId xmlns:a16="http://schemas.microsoft.com/office/drawing/2014/main" id="{51A27DA9-7AE0-495C-8C4C-1836D566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1877675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342E3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342E3F"/>
                </a:solidFill>
                <a:latin typeface="Poppins"/>
                <a:ea typeface="Poppins"/>
                <a:cs typeface="Poppins"/>
              </a:rPr>
              <a:t>04</a:t>
            </a:r>
          </a:p>
        </p:txBody>
      </p:sp>
      <p:sp>
        <p:nvSpPr>
          <p:cNvPr id="8" name="editable-caption-card">
            <a:extLst xmlns:a="http://schemas.openxmlformats.org/drawingml/2006/main">
              <a:ext uri="{FF2B5EF4-FFF2-40B4-BE49-F238E27FC236}">
                <a16:creationId xmlns:a16="http://schemas.microsoft.com/office/drawing/2014/main" id="{042A48EF-10FD-4EC2-AA1F-3CBC2B805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68025"/>
            <a:ext cx="8915400" cy="12573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BF3E6">
              <a:alpha val="93000"/>
            </a:srgbClr>
          </a:solidFill>
          <a:ln xmlns:a="http://schemas.openxmlformats.org/drawingml/2006/main" w="9525">
            <a:solidFill>
              <a:srgbClr val="342E3F">
                <a:alpha val="12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9" name="body-copy">
            <a:extLst xmlns:a="http://schemas.openxmlformats.org/drawingml/2006/main">
              <a:ext uri="{FF2B5EF4-FFF2-40B4-BE49-F238E27FC236}">
                <a16:creationId xmlns:a16="http://schemas.microsoft.com/office/drawing/2014/main" id="{4D0D98EC-0002-467B-9581-59656821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1144250"/>
            <a:ext cx="628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025" b="0" i="0">
                <a:solidFill>
                  <a:srgbClr val="342E3F"/>
                </a:solidFill>
                <a:latin typeface="Poppins"/>
                <a:ea typeface="Poppins"/>
                <a:cs typeface="Poppins"/>
              </a:defRPr>
            </a:pPr>
            <a:r>
              <a:rPr sz="2025" b="0" i="0">
                <a:solidFill>
                  <a:srgbClr val="342E3F"/>
                </a:solidFill>
                <a:latin typeface="Poppins"/>
                <a:ea typeface="Poppins"/>
                <a:cs typeface="Poppins"/>
              </a:rPr>
              <a:t>i want more weekends that make the week feel a little lighter</a:t>
            </a:r>
          </a:p>
        </p:txBody>
      </p:sp>
      <p:sp>
        <p:nvSpPr>
          <p:cNvPr id="10" name="meta-copy">
            <a:extLst xmlns:a="http://schemas.openxmlformats.org/drawingml/2006/main">
              <a:ext uri="{FF2B5EF4-FFF2-40B4-BE49-F238E27FC236}">
                <a16:creationId xmlns:a16="http://schemas.microsoft.com/office/drawing/2014/main" id="{B8CA2070-52C5-49E7-B202-6E578F22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165860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9CA274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9CA274"/>
                </a:solidFill>
                <a:latin typeface="Poppins"/>
                <a:ea typeface="Poppins"/>
                <a:cs typeface="Poppins"/>
              </a:rPr>
              <a:t>for a slower day ♡</a:t>
            </a:r>
          </a:p>
        </p:txBody>
      </p:sp>
    </p:spTree>
    <p:extLst>
      <p:ext uri="{BB962C8B-B14F-4D97-AF65-F5344CB8AC3E}">
        <p14:creationId xmlns:p14="http://schemas.microsoft.com/office/powerpoint/2010/main" val="1669561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323850" dist="161645" dir="2700000">
              <a:srgbClr val="342E3F">
                <a:alpha val="12000"/>
              </a:srgbClr>
            </a:outerShdw>
          </a:effectLst>
        </a:effectStyle>
        <a:effectStyle>
          <a:effectLst>
            <a:outerShdw blurRad="266700" dist="134704" dir="2700000">
              <a:srgbClr val="342E3F">
                <a:alpha val="1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2026-08-12T05:34:24.7390000Z</dcterms:created>
  <dcterms:modified xsi:type="dcterms:W3CDTF">2026-08-12T05:34:24.7390000Z</dcterms:modified>
</coreProperties>
</file>