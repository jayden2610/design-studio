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8494dd53ed4868" /><Relationship Type="http://schemas.openxmlformats.org/officeDocument/2006/relationships/extended-properties" Target="/docProps/app.xml" Id="R14e9baaacfc04063" /><Relationship Type="http://schemas.openxmlformats.org/officeDocument/2006/relationships/officeDocument" Target="/ppt/presentation.xml" Id="R08517d9dfeb944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42f8dfafc64644"/>
  </p:sldMasterIdLst>
  <p:notesMasterIdLst>
    <p:notesMasterId xmlns:r="http://schemas.openxmlformats.org/officeDocument/2006/relationships" r:id="Rc3706bbdf1bb4da3"/>
  </p:notesMasterIdLst>
  <p:sldIdLst>
    <p:sldId xmlns:r="http://schemas.openxmlformats.org/officeDocument/2006/relationships" id="256" r:id="R346bfb6a3c1a4276"/>
    <p:sldId xmlns:r="http://schemas.openxmlformats.org/officeDocument/2006/relationships" id="257" r:id="R2beb2d0bf5dc404f"/>
    <p:sldId xmlns:r="http://schemas.openxmlformats.org/officeDocument/2006/relationships" id="258" r:id="Rafe8f52018d94493"/>
    <p:sldId xmlns:r="http://schemas.openxmlformats.org/officeDocument/2006/relationships" id="259" r:id="Rcf43b71f4b824af7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5effdbecde4225" /><Relationship Type="http://schemas.openxmlformats.org/officeDocument/2006/relationships/slideMaster" Target="/ppt/slideMasters/slideMaster1.xml" Id="R8d42f8dfafc64644" /><Relationship Type="http://schemas.openxmlformats.org/officeDocument/2006/relationships/notesMaster" Target="/ppt/notesMasters/notesMaster1.xml" Id="Rc3706bbdf1bb4da3" /><Relationship Type="http://schemas.openxmlformats.org/officeDocument/2006/relationships/presProps" Target="/ppt/presProps.xml" Id="R1b7acf602d5f40ce" /><Relationship Type="http://schemas.openxmlformats.org/officeDocument/2006/relationships/tableStyles" Target="/ppt/tableStyles.xml" Id="R9f9e93adacaf44d1" /><Relationship Type="http://schemas.openxmlformats.org/officeDocument/2006/relationships/slide" Target="/ppt/slides/slide1.xml" Id="R346bfb6a3c1a4276" /><Relationship Type="http://schemas.openxmlformats.org/officeDocument/2006/relationships/slide" Target="/ppt/slides/slide2.xml" Id="R2beb2d0bf5dc404f" /><Relationship Type="http://schemas.openxmlformats.org/officeDocument/2006/relationships/slide" Target="/ppt/slides/slide3.xml" Id="Rafe8f52018d94493" /><Relationship Type="http://schemas.openxmlformats.org/officeDocument/2006/relationships/slide" Target="/ppt/slides/slide4.xml" Id="Rcf43b71f4b824a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83e8f0aa5349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d75cfc39854c57" /><Relationship Type="http://schemas.openxmlformats.org/officeDocument/2006/relationships/notesMaster" Target="/ppt/notesMasters/notesMaster1.xml" Id="R8c3a3f7defdb48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b32604440444ad" /><Relationship Type="http://schemas.openxmlformats.org/officeDocument/2006/relationships/notesMaster" Target="/ppt/notesMasters/notesMaster1.xml" Id="R5035f8f377a14d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35464e7afc4ba5" /><Relationship Type="http://schemas.openxmlformats.org/officeDocument/2006/relationships/notesMaster" Target="/ppt/notesMasters/notesMaster1.xml" Id="Rac30a3b86a6f42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d8491ac6cf4b34" /><Relationship Type="http://schemas.openxmlformats.org/officeDocument/2006/relationships/notesMaster" Target="/ppt/notesMasters/notesMaster1.xml" Id="R0aa3458c98cf4a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f774681f749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ce4777b976420a" /><Relationship Type="http://schemas.openxmlformats.org/officeDocument/2006/relationships/slideLayout" Target="/ppt/slideLayouts/slideLayout1.xml" Id="R5ab80e9dcd4449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b80e9dcd4449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51aed1efa4384" /><Relationship Type="http://schemas.openxmlformats.org/officeDocument/2006/relationships/image" Target="/ppt/media/image.png" Id="Rf51c24c1c9854416" /><Relationship Type="http://schemas.openxmlformats.org/officeDocument/2006/relationships/notesSlide" Target="/ppt/notesSlides/notesSlide1.xml" Id="R167e9e905f424a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18400824446f1" /><Relationship Type="http://schemas.openxmlformats.org/officeDocument/2006/relationships/image" Target="/ppt/media/image2.png" Id="R18b047db05984fa2" /><Relationship Type="http://schemas.openxmlformats.org/officeDocument/2006/relationships/image" Target="/ppt/media/image3.png" Id="Re450048687fe4104" /><Relationship Type="http://schemas.openxmlformats.org/officeDocument/2006/relationships/image" Target="/ppt/media/image4.png" Id="R3ca27a9f4ddb4d83" /><Relationship Type="http://schemas.openxmlformats.org/officeDocument/2006/relationships/image" Target="/ppt/media/image5.png" Id="R779725316fb940b2" /><Relationship Type="http://schemas.openxmlformats.org/officeDocument/2006/relationships/notesSlide" Target="/ppt/notesSlides/notesSlide2.xml" Id="R868f8eed041b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964fc32b347bd" /><Relationship Type="http://schemas.openxmlformats.org/officeDocument/2006/relationships/image" Target="/ppt/media/image6.png" Id="R63936761cc9a48e9" /><Relationship Type="http://schemas.openxmlformats.org/officeDocument/2006/relationships/notesSlide" Target="/ppt/notesSlides/notesSlide3.xml" Id="R94ca6cd9e04d4e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ff84647d74983" /><Relationship Type="http://schemas.openxmlformats.org/officeDocument/2006/relationships/image" Target="/ppt/media/image7.png" Id="R57c63e0e41544e68" /><Relationship Type="http://schemas.openxmlformats.org/officeDocument/2006/relationships/notesSlide" Target="/ppt/notesSlides/notesSlide4.xml" Id="R0177e225ef0a4f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c24c1c9854416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67E63-5271-4BF3-A2AE-02B36E8F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0B58F70C-94FA-4176-A387-4093363C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7146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7D96AF7-E9E3-41F4-BA79-C3284B23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486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CAMERA ROLL DUMP · 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043F6D-B201-413B-8424-F4F5D090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little treats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big feelings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AAB99AA1-EBAE-4221-86AD-436767F9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72390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3BD7D371-4892-4ADE-A98F-667D6A5D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the small moments that made the whole week feel softer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F5CE8C2A-BDEA-4365-AE22-856582F1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5633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a few things from lately ♡</a:t>
            </a:r>
          </a:p>
        </p:txBody>
      </p:sp>
      <p:sp>
        <p:nvSpPr>
          <p:cNvPr id="9" name="counter-01">
            <a:extLst xmlns:a="http://schemas.openxmlformats.org/drawingml/2006/main">
              <a:ext uri="{FF2B5EF4-FFF2-40B4-BE49-F238E27FC236}">
                <a16:creationId xmlns:a16="http://schemas.microsoft.com/office/drawing/2014/main" id="{F13372F1-0DE5-46A2-AF37-820A24DC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1-text">
            <a:extLst xmlns:a="http://schemas.openxmlformats.org/drawingml/2006/main">
              <a:ext uri="{FF2B5EF4-FFF2-40B4-BE49-F238E27FC236}">
                <a16:creationId xmlns:a16="http://schemas.microsoft.com/office/drawing/2014/main" id="{D067FCA6-B9BE-49B5-B0B1-A9475218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6695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7D874145-83A0-4D5E-A163-02B977EC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2955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AA8F1B2-B716-41F2-894E-676F56E8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066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A FEW FRAMES ·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D0576C-0BFC-41BC-A2DB-2D6B8714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85850"/>
            <a:ext cx="647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the good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parts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047db05984fa2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0048687fe4104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27a9f4ddb4d83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725316fb940b2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8" name="counter-02">
            <a:extLst xmlns:a="http://schemas.openxmlformats.org/drawingml/2006/main">
              <a:ext uri="{FF2B5EF4-FFF2-40B4-BE49-F238E27FC236}">
                <a16:creationId xmlns:a16="http://schemas.microsoft.com/office/drawing/2014/main" id="{5BBE02AB-0FCE-4348-86C8-300ECBE3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counter-02-text">
            <a:extLst xmlns:a="http://schemas.openxmlformats.org/drawingml/2006/main">
              <a:ext uri="{FF2B5EF4-FFF2-40B4-BE49-F238E27FC236}">
                <a16:creationId xmlns:a16="http://schemas.microsoft.com/office/drawing/2014/main" id="{708555B0-CDF2-4D90-BB32-6DBFA3B7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3280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36761cc9a48e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691A1-8E82-4BEE-B328-4DD1343E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6000"/>
                </a:srgbClr>
              </a:gs>
              <a:gs pos="60000">
                <a:srgbClr val="FBF3E6">
                  <a:alpha val="38000"/>
                </a:srgbClr>
              </a:gs>
              <a:gs pos="100000">
                <a:srgbClr val="342E3F">
                  <a:alpha val="5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435D784B-5C96-401B-BF3D-B85380F3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9241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35E734F-486C-44F2-B98A-1BA93D27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695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MICRO CELEBRATIONS · 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5CF1F7-BC2A-4259-8BAE-4E8B8267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tiny wins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this week</a:t>
            </a:r>
          </a:p>
        </p:txBody>
      </p:sp>
      <p:sp>
        <p:nvSpPr>
          <p:cNvPr id="6" name="editable-list-card">
            <a:extLst xmlns:a="http://schemas.openxmlformats.org/drawingml/2006/main">
              <a:ext uri="{FF2B5EF4-FFF2-40B4-BE49-F238E27FC236}">
                <a16:creationId xmlns:a16="http://schemas.microsoft.com/office/drawing/2014/main" id="{DD1C24BE-76D9-4CCA-995D-3B1F4C15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476750" cy="191452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BF3E6">
              <a:alpha val="92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list-arrow-1">
            <a:extLst xmlns:a="http://schemas.openxmlformats.org/drawingml/2006/main">
              <a:ext uri="{FF2B5EF4-FFF2-40B4-BE49-F238E27FC236}">
                <a16:creationId xmlns:a16="http://schemas.microsoft.com/office/drawing/2014/main" id="{303B8D2A-6E45-48C2-9B16-A0192FA9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8" name="list-item-1">
            <a:extLst xmlns:a="http://schemas.openxmlformats.org/drawingml/2006/main">
              <a:ext uri="{FF2B5EF4-FFF2-40B4-BE49-F238E27FC236}">
                <a16:creationId xmlns:a16="http://schemas.microsoft.com/office/drawing/2014/main" id="{BBA3C7DC-D418-43C0-B4AE-F3D6BA5D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291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fresh sheets</a:t>
            </a:r>
          </a:p>
        </p:txBody>
      </p:sp>
      <p:sp>
        <p:nvSpPr>
          <p:cNvPr id="9" name="list-arrow-2">
            <a:extLst xmlns:a="http://schemas.openxmlformats.org/drawingml/2006/main">
              <a:ext uri="{FF2B5EF4-FFF2-40B4-BE49-F238E27FC236}">
                <a16:creationId xmlns:a16="http://schemas.microsoft.com/office/drawing/2014/main" id="{5FCEC3B7-F233-4367-B486-77CEAA8B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0" name="list-item-2">
            <a:extLst xmlns:a="http://schemas.openxmlformats.org/drawingml/2006/main">
              <a:ext uri="{FF2B5EF4-FFF2-40B4-BE49-F238E27FC236}">
                <a16:creationId xmlns:a16="http://schemas.microsoft.com/office/drawing/2014/main" id="{26D992FC-FA3B-4A34-A851-17BCC64E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482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an iced coffee outside</a:t>
            </a:r>
          </a:p>
        </p:txBody>
      </p:sp>
      <p:sp>
        <p:nvSpPr>
          <p:cNvPr id="11" name="list-arrow-3">
            <a:extLst xmlns:a="http://schemas.openxmlformats.org/drawingml/2006/main">
              <a:ext uri="{FF2B5EF4-FFF2-40B4-BE49-F238E27FC236}">
                <a16:creationId xmlns:a16="http://schemas.microsoft.com/office/drawing/2014/main" id="{C175163E-4D35-4EFD-B35F-CF562D22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673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2" name="list-item-3">
            <a:extLst xmlns:a="http://schemas.openxmlformats.org/drawingml/2006/main">
              <a:ext uri="{FF2B5EF4-FFF2-40B4-BE49-F238E27FC236}">
                <a16:creationId xmlns:a16="http://schemas.microsoft.com/office/drawing/2014/main" id="{2013BF08-0141-4AA5-9BC4-94C05854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673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walk after dinner</a:t>
            </a:r>
          </a:p>
        </p:txBody>
      </p:sp>
      <p:sp>
        <p:nvSpPr>
          <p:cNvPr id="13" name="meta-copy">
            <a:extLst xmlns:a="http://schemas.openxmlformats.org/drawingml/2006/main">
              <a:ext uri="{FF2B5EF4-FFF2-40B4-BE49-F238E27FC236}">
                <a16:creationId xmlns:a16="http://schemas.microsoft.com/office/drawing/2014/main" id="{BF2DC0DD-CD68-4899-9640-226D92E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spc="135">
                <a:solidFill>
                  <a:srgbClr val="FFFAF4"/>
                </a:solidFill>
                <a:latin typeface="Manrope"/>
                <a:ea typeface="Manrope"/>
                <a:cs typeface="Manrope"/>
              </a:defRPr>
            </a:pPr>
            <a:r>
              <a:rPr sz="1200" b="1" spc="135">
                <a:solidFill>
                  <a:srgbClr val="FFFAF4"/>
                </a:solidFill>
                <a:latin typeface="Manrope"/>
                <a:ea typeface="Manrope"/>
                <a:cs typeface="Manrope"/>
              </a:rPr>
              <a:t>nothing huge just good ✦</a:t>
            </a:r>
          </a:p>
        </p:txBody>
      </p:sp>
      <p:sp>
        <p:nvSpPr>
          <p:cNvPr id="14" name="counter-03">
            <a:extLst xmlns:a="http://schemas.openxmlformats.org/drawingml/2006/main">
              <a:ext uri="{FF2B5EF4-FFF2-40B4-BE49-F238E27FC236}">
                <a16:creationId xmlns:a16="http://schemas.microsoft.com/office/drawing/2014/main" id="{ED5B6A59-6216-475F-B177-21C1E745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counter-03-text">
            <a:extLst xmlns:a="http://schemas.openxmlformats.org/drawingml/2006/main">
              <a:ext uri="{FF2B5EF4-FFF2-40B4-BE49-F238E27FC236}">
                <a16:creationId xmlns:a16="http://schemas.microsoft.com/office/drawing/2014/main" id="{132200A9-B8B6-492D-BD90-1995F749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5681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63e0e41544e68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59875-6758-4A83-B37F-8F9FF9BB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30E10DA3-27A6-43D1-8428-33FC2A85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924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4E47963-A188-4C79-A881-CE06061B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FOR NOW · 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D97DDF-C945-4AAE-9421-5E667AC2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that’s the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roll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3D35913B-8B5D-46B5-A521-7B996B27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81915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0D0E7E1B-EBBD-4A8C-B740-78D7712E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i’ll be back with more little things worth keeping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99A6CCEA-F725-4414-B43C-9E606865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same time next week →</a:t>
            </a:r>
          </a:p>
        </p:txBody>
      </p:sp>
      <p:sp>
        <p:nvSpPr>
          <p:cNvPr id="9" name="counter-04">
            <a:extLst xmlns:a="http://schemas.openxmlformats.org/drawingml/2006/main">
              <a:ext uri="{FF2B5EF4-FFF2-40B4-BE49-F238E27FC236}">
                <a16:creationId xmlns:a16="http://schemas.microsoft.com/office/drawing/2014/main" id="{90A51B4A-AF2E-428E-8D38-10392E14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4-text">
            <a:extLst xmlns:a="http://schemas.openxmlformats.org/drawingml/2006/main">
              <a:ext uri="{FF2B5EF4-FFF2-40B4-BE49-F238E27FC236}">
                <a16:creationId xmlns:a16="http://schemas.microsoft.com/office/drawing/2014/main" id="{C146DC9D-C4E0-4431-83D8-0981F48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6527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2026-08-12T14:41:24.0390000Z</dcterms:created>
  <dcterms:modified xsi:type="dcterms:W3CDTF">2026-08-12T14:41:24.0390000Z</dcterms:modified>
</coreProperties>
</file>