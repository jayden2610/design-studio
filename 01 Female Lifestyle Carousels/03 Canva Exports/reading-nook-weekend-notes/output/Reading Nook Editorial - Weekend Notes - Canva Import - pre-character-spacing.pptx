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9a1a9230e84d28" /><Relationship Type="http://schemas.openxmlformats.org/officeDocument/2006/relationships/extended-properties" Target="/docProps/app.xml" Id="Rf5ffe98a09b842c2" /><Relationship Type="http://schemas.openxmlformats.org/officeDocument/2006/relationships/officeDocument" Target="/ppt/presentation.xml" Id="R29f7a6ce399947c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488700d722c48f6"/>
  </p:sldMasterIdLst>
  <p:notesMasterIdLst>
    <p:notesMasterId xmlns:r="http://schemas.openxmlformats.org/officeDocument/2006/relationships" r:id="Rfc100b4f70474904"/>
  </p:notesMasterIdLst>
  <p:sldIdLst>
    <p:sldId xmlns:r="http://schemas.openxmlformats.org/officeDocument/2006/relationships" id="256" r:id="R0ad7703ee88c4c6c"/>
    <p:sldId xmlns:r="http://schemas.openxmlformats.org/officeDocument/2006/relationships" id="257" r:id="Re786ac754bfc4f6d"/>
    <p:sldId xmlns:r="http://schemas.openxmlformats.org/officeDocument/2006/relationships" id="258" r:id="R516b5660080d4d5a"/>
    <p:sldId xmlns:r="http://schemas.openxmlformats.org/officeDocument/2006/relationships" id="259" r:id="R8aca559de9c74f9f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762619e93f7491c" /><Relationship Type="http://schemas.openxmlformats.org/officeDocument/2006/relationships/slideMaster" Target="/ppt/slideMasters/slideMaster1.xml" Id="Rc488700d722c48f6" /><Relationship Type="http://schemas.openxmlformats.org/officeDocument/2006/relationships/notesMaster" Target="/ppt/notesMasters/notesMaster1.xml" Id="Rfc100b4f70474904" /><Relationship Type="http://schemas.openxmlformats.org/officeDocument/2006/relationships/presProps" Target="/ppt/presProps.xml" Id="R908e2d39e74a49a0" /><Relationship Type="http://schemas.openxmlformats.org/officeDocument/2006/relationships/tableStyles" Target="/ppt/tableStyles.xml" Id="Rda925b9faaae43d4" /><Relationship Type="http://schemas.openxmlformats.org/officeDocument/2006/relationships/slide" Target="/ppt/slides/slide1.xml" Id="R0ad7703ee88c4c6c" /><Relationship Type="http://schemas.openxmlformats.org/officeDocument/2006/relationships/slide" Target="/ppt/slides/slide2.xml" Id="Re786ac754bfc4f6d" /><Relationship Type="http://schemas.openxmlformats.org/officeDocument/2006/relationships/slide" Target="/ppt/slides/slide3.xml" Id="R516b5660080d4d5a" /><Relationship Type="http://schemas.openxmlformats.org/officeDocument/2006/relationships/slide" Target="/ppt/slides/slide4.xml" Id="R8aca559de9c74f9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8aa88b6b1ee4d2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d2da4a5759b4457" /><Relationship Type="http://schemas.openxmlformats.org/officeDocument/2006/relationships/notesMaster" Target="/ppt/notesMasters/notesMaster1.xml" Id="R521f137dd09f4a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256673da3140a6" /><Relationship Type="http://schemas.openxmlformats.org/officeDocument/2006/relationships/notesMaster" Target="/ppt/notesMasters/notesMaster1.xml" Id="R46c632e1185349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93ad6fd11294d5e" /><Relationship Type="http://schemas.openxmlformats.org/officeDocument/2006/relationships/notesMaster" Target="/ppt/notesMasters/notesMaster1.xml" Id="R4d52698b193e43f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abdbe35ba946b2" /><Relationship Type="http://schemas.openxmlformats.org/officeDocument/2006/relationships/notesMaster" Target="/ppt/notesMasters/notesMaster1.xml" Id="R2864659b80ba499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3658dc76535467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ab4d40cb6584166" /><Relationship Type="http://schemas.openxmlformats.org/officeDocument/2006/relationships/slideLayout" Target="/ppt/slideLayouts/slideLayout1.xml" Id="Rca6c340e79334e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a6c340e79334e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dd8cada1a4293" /><Relationship Type="http://schemas.openxmlformats.org/officeDocument/2006/relationships/image" Target="/ppt/media/image.png" Id="R1a2cf6291ce647f8" /><Relationship Type="http://schemas.openxmlformats.org/officeDocument/2006/relationships/notesSlide" Target="/ppt/notesSlides/notesSlide1.xml" Id="R2b809474e73c45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d949f05ab54ee3" /><Relationship Type="http://schemas.openxmlformats.org/officeDocument/2006/relationships/image" Target="/ppt/media/image2.png" Id="R173dd8351eeb467b" /><Relationship Type="http://schemas.openxmlformats.org/officeDocument/2006/relationships/notesSlide" Target="/ppt/notesSlides/notesSlide2.xml" Id="R69785fe37eb54a1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e98442579487e" /><Relationship Type="http://schemas.openxmlformats.org/officeDocument/2006/relationships/image" Target="/ppt/media/image3.png" Id="Rfb3b42c14ba74c9a" /><Relationship Type="http://schemas.openxmlformats.org/officeDocument/2006/relationships/notesSlide" Target="/ppt/notesSlides/notesSlide3.xml" Id="R242d3f04b23a4a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ee5cfa37fa49e4" /><Relationship Type="http://schemas.openxmlformats.org/officeDocument/2006/relationships/image" Target="/ppt/media/image4.png" Id="R01f431dc1c4c4329" /><Relationship Type="http://schemas.openxmlformats.org/officeDocument/2006/relationships/notesSlide" Target="/ppt/notesSlides/notesSlide4.xml" Id="Rb64dd2f4723e4e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cf6291ce647f8"/>
          <a:srcRect xmlns:a="http://schemas.openxmlformats.org/drawingml/2006/main" l="18" t="0" r="1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ECF31B-CF36-4510-B64D-9DCBC110F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8000"/>
                </a:srgbClr>
              </a:gs>
              <a:gs pos="62000">
                <a:srgbClr val="FBF3E6">
                  <a:alpha val="12000"/>
                </a:srgbClr>
              </a:gs>
              <a:gs pos="100000">
                <a:srgbClr val="FBF3E6">
                  <a:alpha val="48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33AE1BDD-21A5-478A-8C59-19796DC2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924175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220BF4F1-27BA-495B-AD71-28423709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6955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LITTLE LIFE UPDATE · 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CDE6CC5-CF06-4A06-A829-6A590F248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weekend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notes</a:t>
            </a:r>
          </a:p>
        </p:txBody>
      </p:sp>
      <p:sp>
        <p:nvSpPr>
          <p:cNvPr id="6" name="editable-caption-card">
            <a:extLst xmlns:a="http://schemas.openxmlformats.org/drawingml/2006/main">
              <a:ext uri="{FF2B5EF4-FFF2-40B4-BE49-F238E27FC236}">
                <a16:creationId xmlns:a16="http://schemas.microsoft.com/office/drawing/2014/main" id="{78EB2C92-AA0E-436C-BA5D-8AA48115C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25125"/>
            <a:ext cx="7239000" cy="1504950"/>
          </a:xfrm>
          <a:prstGeom xmlns:a="http://schemas.openxmlformats.org/drawingml/2006/main" prst="roundRect">
            <a:avLst>
              <a:gd name="adj" fmla="val 15190"/>
            </a:avLst>
          </a:prstGeom>
          <a:solidFill xmlns:a="http://schemas.openxmlformats.org/drawingml/2006/main">
            <a:srgbClr val="FBF3E6">
              <a:alpha val="93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body-copy">
            <a:extLst xmlns:a="http://schemas.openxmlformats.org/drawingml/2006/main">
              <a:ext uri="{FF2B5EF4-FFF2-40B4-BE49-F238E27FC236}">
                <a16:creationId xmlns:a16="http://schemas.microsoft.com/office/drawing/2014/main" id="{92ABCCC0-8F88-460D-BFC4-628C36FF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801350"/>
            <a:ext cx="5715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025" b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coffee before the world wakes up and nowhere urgent to be</a:t>
            </a:r>
          </a:p>
        </p:txBody>
      </p:sp>
      <p:sp>
        <p:nvSpPr>
          <p:cNvPr id="8" name="meta-copy">
            <a:extLst xmlns:a="http://schemas.openxmlformats.org/drawingml/2006/main">
              <a:ext uri="{FF2B5EF4-FFF2-40B4-BE49-F238E27FC236}">
                <a16:creationId xmlns:a16="http://schemas.microsoft.com/office/drawing/2014/main" id="{B013BD60-3CBC-4229-813C-EA4F3E69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5633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a slow weekend → august</a:t>
            </a:r>
          </a:p>
        </p:txBody>
      </p:sp>
      <p:sp>
        <p:nvSpPr>
          <p:cNvPr id="9" name="counter-01">
            <a:extLst xmlns:a="http://schemas.openxmlformats.org/drawingml/2006/main">
              <a:ext uri="{FF2B5EF4-FFF2-40B4-BE49-F238E27FC236}">
                <a16:creationId xmlns:a16="http://schemas.microsoft.com/office/drawing/2014/main" id="{3EC6282D-DEEF-4D1C-B331-0C095F1EC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counter-01-text">
            <a:extLst xmlns:a="http://schemas.openxmlformats.org/drawingml/2006/main">
              <a:ext uri="{FF2B5EF4-FFF2-40B4-BE49-F238E27FC236}">
                <a16:creationId xmlns:a16="http://schemas.microsoft.com/office/drawing/2014/main" id="{22F3444C-6EF6-4384-822A-DCE3CFD03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4665686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3dd8351eeb467b"/>
          <a:srcRect xmlns:a="http://schemas.openxmlformats.org/drawingml/2006/main" l="10000" t="0" r="1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E7652-C279-4A11-A365-BCC1A32AA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8000"/>
                </a:srgbClr>
              </a:gs>
              <a:gs pos="62000">
                <a:srgbClr val="FBF3E6">
                  <a:alpha val="12000"/>
                </a:srgbClr>
              </a:gs>
              <a:gs pos="100000">
                <a:srgbClr val="FBF3E6">
                  <a:alpha val="48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B3CC6F70-B205-4257-BDFB-8A2A2C2D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81940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657765C7-7914-4322-A8AA-E7079641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590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A SMALL FAVOURITE · 02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59967020-39E6-4C67-8FCD-05841FE3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the part i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want to keep</a:t>
            </a:r>
          </a:p>
        </p:txBody>
      </p:sp>
      <p:sp>
        <p:nvSpPr>
          <p:cNvPr id="6" name="editable-caption-card">
            <a:extLst xmlns:a="http://schemas.openxmlformats.org/drawingml/2006/main">
              <a:ext uri="{FF2B5EF4-FFF2-40B4-BE49-F238E27FC236}">
                <a16:creationId xmlns:a16="http://schemas.microsoft.com/office/drawing/2014/main" id="{C243417A-15B3-43F0-A29F-04B4AF737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25125"/>
            <a:ext cx="7239000" cy="1504950"/>
          </a:xfrm>
          <a:prstGeom xmlns:a="http://schemas.openxmlformats.org/drawingml/2006/main" prst="roundRect">
            <a:avLst>
              <a:gd name="adj" fmla="val 15190"/>
            </a:avLst>
          </a:prstGeom>
          <a:solidFill xmlns:a="http://schemas.openxmlformats.org/drawingml/2006/main">
            <a:srgbClr val="FBF3E6">
              <a:alpha val="93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body-copy">
            <a:extLst xmlns:a="http://schemas.openxmlformats.org/drawingml/2006/main">
              <a:ext uri="{FF2B5EF4-FFF2-40B4-BE49-F238E27FC236}">
                <a16:creationId xmlns:a16="http://schemas.microsoft.com/office/drawing/2014/main" id="{02C72A46-6BCB-4CBC-BC5A-7C63F1D7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801350"/>
            <a:ext cx="5715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025" b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a book, a warm mug, and enough time to finish a chapter</a:t>
            </a:r>
          </a:p>
        </p:txBody>
      </p:sp>
      <p:sp>
        <p:nvSpPr>
          <p:cNvPr id="8" name="meta-copy">
            <a:extLst xmlns:a="http://schemas.openxmlformats.org/drawingml/2006/main">
              <a:ext uri="{FF2B5EF4-FFF2-40B4-BE49-F238E27FC236}">
                <a16:creationId xmlns:a16="http://schemas.microsoft.com/office/drawing/2014/main" id="{2DCC3664-DF62-47F5-A444-E6A5EEA3E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5633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soft morning ritual ♡</a:t>
            </a:r>
          </a:p>
        </p:txBody>
      </p:sp>
      <p:sp>
        <p:nvSpPr>
          <p:cNvPr id="9" name="counter-02">
            <a:extLst xmlns:a="http://schemas.openxmlformats.org/drawingml/2006/main">
              <a:ext uri="{FF2B5EF4-FFF2-40B4-BE49-F238E27FC236}">
                <a16:creationId xmlns:a16="http://schemas.microsoft.com/office/drawing/2014/main" id="{A25D717C-7B9C-4935-8173-5CE2BF2A1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counter-02-text">
            <a:extLst xmlns:a="http://schemas.openxmlformats.org/drawingml/2006/main">
              <a:ext uri="{FF2B5EF4-FFF2-40B4-BE49-F238E27FC236}">
                <a16:creationId xmlns:a16="http://schemas.microsoft.com/office/drawing/2014/main" id="{86D156AD-1496-4850-808A-BB6AE4B1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9820747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3b42c14ba74c9a"/>
          <a:srcRect xmlns:a="http://schemas.openxmlformats.org/drawingml/2006/main" l="10000" t="0" r="1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4F0BD1-C451-4B4D-9049-23C4F3FA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6000"/>
                </a:srgbClr>
              </a:gs>
              <a:gs pos="60000">
                <a:srgbClr val="FBF3E6">
                  <a:alpha val="38000"/>
                </a:srgbClr>
              </a:gs>
              <a:gs pos="100000">
                <a:srgbClr val="342E3F">
                  <a:alpha val="50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63CD2B6D-3A56-4FDD-B523-7C9E7B16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19240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75A0F8C9-1636-4382-83A4-38E7EF2B2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CURRENTLY · 03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6EDB05CF-2665-4CFC-8F86-AD0137EB9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715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a few things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keeping me here</a:t>
            </a:r>
          </a:p>
        </p:txBody>
      </p:sp>
      <p:sp>
        <p:nvSpPr>
          <p:cNvPr id="6" name="editable-list-card">
            <a:extLst xmlns:a="http://schemas.openxmlformats.org/drawingml/2006/main">
              <a:ext uri="{FF2B5EF4-FFF2-40B4-BE49-F238E27FC236}">
                <a16:creationId xmlns:a16="http://schemas.microsoft.com/office/drawing/2014/main" id="{A638B5B7-10E5-4013-8A59-AADDB2507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24375"/>
            <a:ext cx="4476750" cy="1914525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FBF3E6">
              <a:alpha val="92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1"/>
          <a:fontRef xmlns:a="http://schemas.openxmlformats.org/drawingml/2006/main" idx="major"/>
        </p:style>
      </p:sp>
      <p:sp>
        <p:nvSpPr>
          <p:cNvPr id="7" name="list-arrow-1">
            <a:extLst xmlns:a="http://schemas.openxmlformats.org/drawingml/2006/main">
              <a:ext uri="{FF2B5EF4-FFF2-40B4-BE49-F238E27FC236}">
                <a16:creationId xmlns:a16="http://schemas.microsoft.com/office/drawing/2014/main" id="{AF092CA7-1DD8-49DC-9189-2A60442DE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291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8" name="list-item-1">
            <a:extLst xmlns:a="http://schemas.openxmlformats.org/drawingml/2006/main">
              <a:ext uri="{FF2B5EF4-FFF2-40B4-BE49-F238E27FC236}">
                <a16:creationId xmlns:a16="http://schemas.microsoft.com/office/drawing/2014/main" id="{97CCEA6D-6041-41B5-9972-51A97DED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291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one more chapter</a:t>
            </a:r>
          </a:p>
        </p:txBody>
      </p:sp>
      <p:sp>
        <p:nvSpPr>
          <p:cNvPr id="9" name="list-arrow-2">
            <a:extLst xmlns:a="http://schemas.openxmlformats.org/drawingml/2006/main">
              <a:ext uri="{FF2B5EF4-FFF2-40B4-BE49-F238E27FC236}">
                <a16:creationId xmlns:a16="http://schemas.microsoft.com/office/drawing/2014/main" id="{D2E46726-6A89-43E1-933A-225A937AA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2482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10" name="list-item-2">
            <a:extLst xmlns:a="http://schemas.openxmlformats.org/drawingml/2006/main">
              <a:ext uri="{FF2B5EF4-FFF2-40B4-BE49-F238E27FC236}">
                <a16:creationId xmlns:a16="http://schemas.microsoft.com/office/drawing/2014/main" id="{F1BAF1EA-85ED-4E44-8331-F489D8AD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2482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fresh coffee</a:t>
            </a:r>
          </a:p>
        </p:txBody>
      </p:sp>
      <p:sp>
        <p:nvSpPr>
          <p:cNvPr id="11" name="list-arrow-3">
            <a:extLst xmlns:a="http://schemas.openxmlformats.org/drawingml/2006/main">
              <a:ext uri="{FF2B5EF4-FFF2-40B4-BE49-F238E27FC236}">
                <a16:creationId xmlns:a16="http://schemas.microsoft.com/office/drawing/2014/main" id="{8C0C60B1-E5DB-4412-BF41-D4B45E20B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667375"/>
            <a:ext cx="304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9CA274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9CA274"/>
                </a:solidFill>
                <a:latin typeface="Fraunces"/>
                <a:ea typeface="Fraunces"/>
                <a:cs typeface="Fraunces"/>
              </a:rPr>
              <a:t>→</a:t>
            </a:r>
          </a:p>
        </p:txBody>
      </p:sp>
      <p:sp>
        <p:nvSpPr>
          <p:cNvPr id="12" name="list-item-3">
            <a:extLst xmlns:a="http://schemas.openxmlformats.org/drawingml/2006/main">
              <a:ext uri="{FF2B5EF4-FFF2-40B4-BE49-F238E27FC236}">
                <a16:creationId xmlns:a16="http://schemas.microsoft.com/office/drawing/2014/main" id="{7F099921-7277-4EA9-BB3D-7895E4A8C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5667375"/>
            <a:ext cx="3562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21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1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no plans before noon</a:t>
            </a:r>
          </a:p>
        </p:txBody>
      </p:sp>
      <p:sp>
        <p:nvSpPr>
          <p:cNvPr id="13" name="meta-copy">
            <a:extLst xmlns:a="http://schemas.openxmlformats.org/drawingml/2006/main">
              <a:ext uri="{FF2B5EF4-FFF2-40B4-BE49-F238E27FC236}">
                <a16:creationId xmlns:a16="http://schemas.microsoft.com/office/drawing/2014/main" id="{8A3D137A-368B-4CBC-9193-5E729B71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FFFAF4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FFFAF4"/>
                </a:solidFill>
                <a:latin typeface="Manrope"/>
                <a:ea typeface="Manrope"/>
                <a:cs typeface="Manrope"/>
              </a:rPr>
              <a:t>the little things ✦</a:t>
            </a:r>
          </a:p>
        </p:txBody>
      </p:sp>
      <p:sp>
        <p:nvSpPr>
          <p:cNvPr id="14" name="counter-03">
            <a:extLst xmlns:a="http://schemas.openxmlformats.org/drawingml/2006/main">
              <a:ext uri="{FF2B5EF4-FFF2-40B4-BE49-F238E27FC236}">
                <a16:creationId xmlns:a16="http://schemas.microsoft.com/office/drawing/2014/main" id="{8DE55FEA-2FDC-443F-9ECA-AFD3DB69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counter-03-text">
            <a:extLst xmlns:a="http://schemas.openxmlformats.org/drawingml/2006/main">
              <a:ext uri="{FF2B5EF4-FFF2-40B4-BE49-F238E27FC236}">
                <a16:creationId xmlns:a16="http://schemas.microsoft.com/office/drawing/2014/main" id="{E037BCA0-F40D-4AE9-9116-D603A5C0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777568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3E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431dc1c4c4329"/>
          <a:srcRect xmlns:a="http://schemas.openxmlformats.org/drawingml/2006/main" l="10000" t="0" r="10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AF7608-E14B-4473-87AD-EEA46DF6E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FBF3E6">
                  <a:alpha val="88000"/>
                </a:srgbClr>
              </a:gs>
              <a:gs pos="62000">
                <a:srgbClr val="FBF3E6">
                  <a:alpha val="12000"/>
                </a:srgbClr>
              </a:gs>
              <a:gs pos="100000">
                <a:srgbClr val="FBF3E6">
                  <a:alpha val="48000"/>
                </a:srgbClr>
              </a:gs>
            </a:gsLst>
            <a:lin ang="5400000"/>
          </a:gra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eyebrow-pill">
            <a:extLst xmlns:a="http://schemas.openxmlformats.org/drawingml/2006/main">
              <a:ext uri="{FF2B5EF4-FFF2-40B4-BE49-F238E27FC236}">
                <a16:creationId xmlns:a16="http://schemas.microsoft.com/office/drawing/2014/main" id="{28E0A13F-B3DB-49B1-B0C1-DECBF0288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2609850" cy="3619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BF3E6">
              <a:alpha val="7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88694356-97A3-41F8-B949-17C024008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7239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65703D"/>
                </a:solidFill>
                <a:latin typeface="Manrope"/>
                <a:ea typeface="Manrope"/>
                <a:cs typeface="Manrope"/>
              </a:defRPr>
            </a:pPr>
            <a:r>
              <a:rPr sz="1275" b="1">
                <a:solidFill>
                  <a:srgbClr val="65703D"/>
                </a:solidFill>
                <a:latin typeface="Manrope"/>
                <a:ea typeface="Manrope"/>
                <a:cs typeface="Manrope"/>
              </a:rPr>
              <a:t>A SOFT REMINDER · 04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96CFA23F-E462-427D-80D4-5D909093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62050"/>
            <a:ext cx="66675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no rush</a:t>
            </a:r>
          </a:p>
          <a:p xmlns:a="http://schemas.openxmlformats.org/drawingml/2006/main">
            <a:pPr algn="l">
              <a:lnSpc>
                <a:spcPct val="91000"/>
              </a:lnSpc>
              <a:buNone/>
              <a:defRPr sz="6600" b="1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6600" b="1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today</a:t>
            </a:r>
          </a:p>
        </p:txBody>
      </p:sp>
      <p:sp>
        <p:nvSpPr>
          <p:cNvPr id="6" name="editable-caption-card">
            <a:extLst xmlns:a="http://schemas.openxmlformats.org/drawingml/2006/main">
              <a:ext uri="{FF2B5EF4-FFF2-40B4-BE49-F238E27FC236}">
                <a16:creationId xmlns:a16="http://schemas.microsoft.com/office/drawing/2014/main" id="{0748FE55-5981-484B-9481-3C19A72B2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25125"/>
            <a:ext cx="8191500" cy="16002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BF3E6">
              <a:alpha val="93000"/>
            </a:srgbClr>
          </a:solidFill>
          <a:ln xmlns:a="http://schemas.openxmlformats.org/drawingml/2006/main" w="9525">
            <a:solidFill>
              <a:srgbClr val="342E3F">
                <a:alpha val="12000"/>
              </a:srgbClr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10"/>
          <a:fontRef xmlns:a="http://schemas.openxmlformats.org/drawingml/2006/main" idx="major"/>
        </p:style>
      </p:sp>
      <p:sp>
        <p:nvSpPr>
          <p:cNvPr id="7" name="body-copy">
            <a:extLst xmlns:a="http://schemas.openxmlformats.org/drawingml/2006/main">
              <a:ext uri="{FF2B5EF4-FFF2-40B4-BE49-F238E27FC236}">
                <a16:creationId xmlns:a16="http://schemas.microsoft.com/office/drawing/2014/main" id="{77EB9ECD-A5EB-44F2-961B-F2E850999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801350"/>
            <a:ext cx="57150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2025" b="0">
                <a:solidFill>
                  <a:srgbClr val="342E3F"/>
                </a:solidFill>
                <a:latin typeface="Fraunces"/>
                <a:ea typeface="Fraunces"/>
                <a:cs typeface="Fraunces"/>
              </a:defRPr>
            </a:pPr>
            <a:r>
              <a:rPr sz="2025" b="0">
                <a:solidFill>
                  <a:srgbClr val="342E3F"/>
                </a:solidFill>
                <a:latin typeface="Fraunces"/>
                <a:ea typeface="Fraunces"/>
                <a:cs typeface="Fraunces"/>
              </a:rPr>
              <a:t>i’m letting a quiet morning be enough</a:t>
            </a:r>
          </a:p>
        </p:txBody>
      </p:sp>
      <p:sp>
        <p:nvSpPr>
          <p:cNvPr id="8" name="meta-copy">
            <a:extLst xmlns:a="http://schemas.openxmlformats.org/drawingml/2006/main">
              <a:ext uri="{FF2B5EF4-FFF2-40B4-BE49-F238E27FC236}">
                <a16:creationId xmlns:a16="http://schemas.microsoft.com/office/drawing/2014/main" id="{2736B416-462E-42E3-96EF-2106D02B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1658600"/>
            <a:ext cx="5334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save for your next slow day</a:t>
            </a:r>
          </a:p>
        </p:txBody>
      </p:sp>
      <p:sp>
        <p:nvSpPr>
          <p:cNvPr id="9" name="counter-04">
            <a:extLst xmlns:a="http://schemas.openxmlformats.org/drawingml/2006/main">
              <a:ext uri="{FF2B5EF4-FFF2-40B4-BE49-F238E27FC236}">
                <a16:creationId xmlns:a16="http://schemas.microsoft.com/office/drawing/2014/main" id="{A2AA33C9-75C2-417B-A7D9-EF272A6CD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715750"/>
            <a:ext cx="571500" cy="571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BF3E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counter-04-text">
            <a:extLst xmlns:a="http://schemas.openxmlformats.org/drawingml/2006/main">
              <a:ext uri="{FF2B5EF4-FFF2-40B4-BE49-F238E27FC236}">
                <a16:creationId xmlns:a16="http://schemas.microsoft.com/office/drawing/2014/main" id="{F37A9A25-D9E1-41D4-8CDC-D293ED1B2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1877675"/>
            <a:ext cx="571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200" b="1">
                <a:solidFill>
                  <a:srgbClr val="342E3F"/>
                </a:solidFill>
                <a:latin typeface="Manrope"/>
                <a:ea typeface="Manrope"/>
                <a:cs typeface="Manrope"/>
              </a:defRPr>
            </a:pPr>
            <a:r>
              <a:rPr sz="1200" b="1">
                <a:solidFill>
                  <a:srgbClr val="342E3F"/>
                </a:solidFill>
                <a:latin typeface="Manrope"/>
                <a:ea typeface="Manrope"/>
                <a:cs typeface="Manrope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5667579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  <a:effectStyle>
          <a:effectLst>
            <a:outerShdw blurRad="323850" dist="161645" dir="2700000">
              <a:srgbClr val="342E3F">
                <a:alpha val="12000"/>
              </a:srgbClr>
            </a:outerShdw>
          </a:effectLst>
        </a:effectStyle>
        <a:effectStyle>
          <a:effectLst>
            <a:outerShdw blurRad="266700" dist="134704" dir="2700000">
              <a:srgbClr val="342E3F">
                <a:alpha val="1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2026-08-12T14:41:24.0500000Z</dcterms:created>
  <dcterms:modified xsi:type="dcterms:W3CDTF">2026-08-12T14:41:24.0500000Z</dcterms:modified>
</coreProperties>
</file>