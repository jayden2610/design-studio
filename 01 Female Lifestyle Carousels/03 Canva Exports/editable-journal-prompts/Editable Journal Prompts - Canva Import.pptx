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5ca29e11c746cd" /><Relationship Type="http://schemas.openxmlformats.org/officeDocument/2006/relationships/extended-properties" Target="/docProps/app.xml" Id="R41c142af63954734" /><Relationship Type="http://schemas.openxmlformats.org/officeDocument/2006/relationships/officeDocument" Target="/ppt/presentation.xml" Id="R84916a398a4e4a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1cf230d0bb43bc"/>
  </p:sldMasterIdLst>
  <p:notesMasterIdLst>
    <p:notesMasterId xmlns:r="http://schemas.openxmlformats.org/officeDocument/2006/relationships" r:id="R87fa9bd8fe5049a4"/>
  </p:notesMasterIdLst>
  <p:sldIdLst>
    <p:sldId xmlns:r="http://schemas.openxmlformats.org/officeDocument/2006/relationships" id="256" r:id="R9ac5ea19175a4617"/>
    <p:sldId xmlns:r="http://schemas.openxmlformats.org/officeDocument/2006/relationships" id="257" r:id="R20f11a1b9f1d4afa"/>
    <p:sldId xmlns:r="http://schemas.openxmlformats.org/officeDocument/2006/relationships" id="258" r:id="R3d82bcbd9cde4156"/>
    <p:sldId xmlns:r="http://schemas.openxmlformats.org/officeDocument/2006/relationships" id="259" r:id="R1b92dac5c2eb430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2f77936f049f5" /><Relationship Type="http://schemas.openxmlformats.org/officeDocument/2006/relationships/slideMaster" Target="/ppt/slideMasters/slideMaster1.xml" Id="R291cf230d0bb43bc" /><Relationship Type="http://schemas.openxmlformats.org/officeDocument/2006/relationships/notesMaster" Target="/ppt/notesMasters/notesMaster1.xml" Id="R87fa9bd8fe5049a4" /><Relationship Type="http://schemas.openxmlformats.org/officeDocument/2006/relationships/presProps" Target="/ppt/presProps.xml" Id="Rd729f0bedc79469d" /><Relationship Type="http://schemas.openxmlformats.org/officeDocument/2006/relationships/tableStyles" Target="/ppt/tableStyles.xml" Id="Re127b64f85444abc" /><Relationship Type="http://schemas.openxmlformats.org/officeDocument/2006/relationships/slide" Target="/ppt/slides/slide1.xml" Id="R9ac5ea19175a4617" /><Relationship Type="http://schemas.openxmlformats.org/officeDocument/2006/relationships/slide" Target="/ppt/slides/slide2.xml" Id="R20f11a1b9f1d4afa" /><Relationship Type="http://schemas.openxmlformats.org/officeDocument/2006/relationships/slide" Target="/ppt/slides/slide3.xml" Id="R3d82bcbd9cde4156" /><Relationship Type="http://schemas.openxmlformats.org/officeDocument/2006/relationships/slide" Target="/ppt/slides/slide4.xml" Id="R1b92dac5c2eb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3b7029e5d34b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2e59a98c34d57" /><Relationship Type="http://schemas.openxmlformats.org/officeDocument/2006/relationships/notesMaster" Target="/ppt/notesMasters/notesMaster1.xml" Id="Rbea3dfdc1fb6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dd4a1140324070" /><Relationship Type="http://schemas.openxmlformats.org/officeDocument/2006/relationships/notesMaster" Target="/ppt/notesMasters/notesMaster1.xml" Id="R151595a63d3e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9114c86a4473a" /><Relationship Type="http://schemas.openxmlformats.org/officeDocument/2006/relationships/notesMaster" Target="/ppt/notesMasters/notesMaster1.xml" Id="R0c3b6b330bcf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3b1a29ace4d1e" /><Relationship Type="http://schemas.openxmlformats.org/officeDocument/2006/relationships/notesMaster" Target="/ppt/notesMasters/notesMaster1.xml" Id="R585add0ff66842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c71cbcbe86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0a9e2478b4bc0" /><Relationship Type="http://schemas.openxmlformats.org/officeDocument/2006/relationships/slideLayout" Target="/ppt/slideLayouts/slideLayout1.xml" Id="R909dfdb9e4c140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9dfdb9e4c140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d8986b7684568" /><Relationship Type="http://schemas.openxmlformats.org/officeDocument/2006/relationships/image" Target="/ppt/media/image.png" Id="Ra99e9a595b1c4a8f" /><Relationship Type="http://schemas.openxmlformats.org/officeDocument/2006/relationships/image" Target="/ppt/media/image2.png" Id="R724923fb355c4985" /><Relationship Type="http://schemas.openxmlformats.org/officeDocument/2006/relationships/image" Target="/ppt/media/image3.png" Id="R172f042c8231437a" /><Relationship Type="http://schemas.openxmlformats.org/officeDocument/2006/relationships/image" Target="/ppt/media/image4.png" Id="Re042ddc6bd5949ba" /><Relationship Type="http://schemas.openxmlformats.org/officeDocument/2006/relationships/image" Target="/ppt/media/image5.png" Id="R2cd2b038083e4684" /><Relationship Type="http://schemas.openxmlformats.org/officeDocument/2006/relationships/image" Target="/ppt/media/image6.png" Id="Rf979cb0572cb4132" /><Relationship Type="http://schemas.openxmlformats.org/officeDocument/2006/relationships/image" Target="/ppt/media/image7.png" Id="R9da7edd80758410a" /><Relationship Type="http://schemas.openxmlformats.org/officeDocument/2006/relationships/image" Target="/ppt/media/image8.png" Id="Rb507a36b457a4c35" /><Relationship Type="http://schemas.openxmlformats.org/officeDocument/2006/relationships/image" Target="/ppt/media/image9.png" Id="Re0b87f7cd61a4567" /><Relationship Type="http://schemas.openxmlformats.org/officeDocument/2006/relationships/image" Target="/ppt/media/image10.png" Id="R34ec330b1b4e400a" /><Relationship Type="http://schemas.openxmlformats.org/officeDocument/2006/relationships/image" Target="/ppt/media/image11.png" Id="R4f82d80e304641d2" /><Relationship Type="http://schemas.openxmlformats.org/officeDocument/2006/relationships/image" Target="/ppt/media/image12.png" Id="R4474b0eaaf6b4946" /><Relationship Type="http://schemas.openxmlformats.org/officeDocument/2006/relationships/notesSlide" Target="/ppt/notesSlides/notesSlide1.xml" Id="Rf73cc5cd3f3a4c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7b9d772ba4ebf" /><Relationship Type="http://schemas.openxmlformats.org/officeDocument/2006/relationships/image" Target="/ppt/media/image13.png" Id="R508ed1144ab94fba" /><Relationship Type="http://schemas.openxmlformats.org/officeDocument/2006/relationships/image" Target="/ppt/media/image14.png" Id="Rbbb466c000234c2b" /><Relationship Type="http://schemas.openxmlformats.org/officeDocument/2006/relationships/image" Target="/ppt/media/image15.png" Id="R7493665d3c534e87" /><Relationship Type="http://schemas.openxmlformats.org/officeDocument/2006/relationships/image" Target="/ppt/media/image16.png" Id="Rbcfa7aecbb554a3f" /><Relationship Type="http://schemas.openxmlformats.org/officeDocument/2006/relationships/notesSlide" Target="/ppt/notesSlides/notesSlide2.xml" Id="R822fdf974e3746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a66fcc7c54876" /><Relationship Type="http://schemas.openxmlformats.org/officeDocument/2006/relationships/image" Target="/ppt/media/image17.png" Id="R56daf18e1b654bb9" /><Relationship Type="http://schemas.openxmlformats.org/officeDocument/2006/relationships/image" Target="/ppt/media/image18.png" Id="Rf83009f507084c94" /><Relationship Type="http://schemas.openxmlformats.org/officeDocument/2006/relationships/image" Target="/ppt/media/image19.png" Id="R12b26f1e66b94549" /><Relationship Type="http://schemas.openxmlformats.org/officeDocument/2006/relationships/image" Target="/ppt/media/image20.png" Id="R71e8797b083c4515" /><Relationship Type="http://schemas.openxmlformats.org/officeDocument/2006/relationships/image" Target="/ppt/media/image21.png" Id="Rcd6d29b94aec4a39" /><Relationship Type="http://schemas.openxmlformats.org/officeDocument/2006/relationships/notesSlide" Target="/ppt/notesSlides/notesSlide3.xml" Id="R276369b668d24f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b9e72d2314342" /><Relationship Type="http://schemas.openxmlformats.org/officeDocument/2006/relationships/image" Target="/ppt/media/image22.png" Id="Re14c565000fc47ef" /><Relationship Type="http://schemas.openxmlformats.org/officeDocument/2006/relationships/image" Target="/ppt/media/image23.png" Id="Rb4d2cafbf676441c" /><Relationship Type="http://schemas.openxmlformats.org/officeDocument/2006/relationships/image" Target="/ppt/media/image24.png" Id="R33a6aae12e824873" /><Relationship Type="http://schemas.openxmlformats.org/officeDocument/2006/relationships/image" Target="/ppt/media/image25.png" Id="Rccfbe006e4bb4813" /><Relationship Type="http://schemas.openxmlformats.org/officeDocument/2006/relationships/notesSlide" Target="/ppt/notesSlides/notesSlide4.xml" Id="R7bb4f02215c346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90A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e9a595b1c4a8f"/>
          <a:stretch xmlns:a="http://schemas.openxmlformats.org/drawingml/2006/main"/>
        </p:blipFill>
        <p:spPr>
          <a:xfrm xmlns:a="http://schemas.openxmlformats.org/drawingml/2006/main">
            <a:off x="-285750" y="180975"/>
            <a:ext cx="2857500" cy="285750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923fb355c4985"/>
          <a:stretch xmlns:a="http://schemas.openxmlformats.org/drawingml/2006/main"/>
        </p:blipFill>
        <p:spPr>
          <a:xfrm xmlns:a="http://schemas.openxmlformats.org/drawingml/2006/main">
            <a:off x="4195763" y="514350"/>
            <a:ext cx="2524125" cy="25241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f042c8231437a"/>
          <a:stretch xmlns:a="http://schemas.openxmlformats.org/drawingml/2006/main"/>
        </p:blipFill>
        <p:spPr>
          <a:xfrm xmlns:a="http://schemas.openxmlformats.org/drawingml/2006/main">
            <a:off x="8734425" y="857250"/>
            <a:ext cx="857250" cy="8572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2ddc6bd5949ba"/>
          <a:stretch xmlns:a="http://schemas.openxmlformats.org/drawingml/2006/main"/>
        </p:blipFill>
        <p:spPr>
          <a:xfrm xmlns:a="http://schemas.openxmlformats.org/drawingml/2006/main">
            <a:off x="4622800" y="8296275"/>
            <a:ext cx="1765300" cy="26479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2b038083e4684"/>
          <a:stretch xmlns:a="http://schemas.openxmlformats.org/drawingml/2006/main"/>
        </p:blipFill>
        <p:spPr>
          <a:xfrm xmlns:a="http://schemas.openxmlformats.org/drawingml/2006/main">
            <a:off x="7505700" y="9929813"/>
            <a:ext cx="2324100" cy="2324100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9cb0572cb4132"/>
          <a:stretch xmlns:a="http://schemas.openxmlformats.org/drawingml/2006/main"/>
        </p:blipFill>
        <p:spPr>
          <a:xfrm xmlns:a="http://schemas.openxmlformats.org/drawingml/2006/main">
            <a:off x="5800725" y="8537032"/>
            <a:ext cx="1123950" cy="1404437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7edd80758410a"/>
          <a:stretch xmlns:a="http://schemas.openxmlformats.org/drawingml/2006/main"/>
        </p:blipFill>
        <p:spPr>
          <a:xfrm xmlns:a="http://schemas.openxmlformats.org/drawingml/2006/main">
            <a:off x="8543925" y="4795838"/>
            <a:ext cx="1000125" cy="100012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7a36b457a4c35"/>
          <a:stretch xmlns:a="http://schemas.openxmlformats.org/drawingml/2006/main"/>
        </p:blipFill>
        <p:spPr>
          <a:xfrm xmlns:a="http://schemas.openxmlformats.org/drawingml/2006/main">
            <a:off x="790575" y="10325100"/>
            <a:ext cx="1295400" cy="129540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87f7cd61a4567"/>
          <a:stretch xmlns:a="http://schemas.openxmlformats.org/drawingml/2006/main"/>
        </p:blipFill>
        <p:spPr>
          <a:xfrm xmlns:a="http://schemas.openxmlformats.org/drawingml/2006/main">
            <a:off x="7434263" y="3152775"/>
            <a:ext cx="847725" cy="84772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c330b1b4e400a"/>
          <a:stretch xmlns:a="http://schemas.openxmlformats.org/drawingml/2006/main"/>
        </p:blipFill>
        <p:spPr>
          <a:xfrm xmlns:a="http://schemas.openxmlformats.org/drawingml/2006/main">
            <a:off x="571500" y="8020050"/>
            <a:ext cx="1352550" cy="13525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2d80e304641d2"/>
          <a:stretch xmlns:a="http://schemas.openxmlformats.org/drawingml/2006/main"/>
        </p:blipFill>
        <p:spPr>
          <a:xfrm xmlns:a="http://schemas.openxmlformats.org/drawingml/2006/main">
            <a:off x="1676400" y="73533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12" name="meta">
            <a:extLst xmlns:a="http://schemas.openxmlformats.org/drawingml/2006/main">
              <a:ext uri="{FF2B5EF4-FFF2-40B4-BE49-F238E27FC236}">
                <a16:creationId xmlns:a16="http://schemas.microsoft.com/office/drawing/2014/main" id="{2C029B57-D409-4B9C-A1A4-E2A945C3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43300"/>
            <a:ext cx="2857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AF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AF0"/>
                </a:solidFill>
                <a:latin typeface="Arial"/>
                <a:ea typeface="Arial"/>
                <a:cs typeface="Arial"/>
              </a:rPr>
              <a:t>journal notes · vol. 01</a:t>
            </a:r>
          </a:p>
        </p:txBody>
      </p:sp>
      <p:sp>
        <p:nvSpPr>
          <p:cNvPr id="13" name="cover-line-one">
            <a:extLst xmlns:a="http://schemas.openxmlformats.org/drawingml/2006/main">
              <a:ext uri="{FF2B5EF4-FFF2-40B4-BE49-F238E27FC236}">
                <a16:creationId xmlns:a16="http://schemas.microsoft.com/office/drawing/2014/main" id="{C9D0EDD9-08E6-4B49-9C16-3B447702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9000"/>
              </a:lnSpc>
              <a:buNone/>
              <a:def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3 journal</a:t>
            </a:r>
          </a:p>
        </p:txBody>
      </p:sp>
      <p:sp>
        <p:nvSpPr>
          <p:cNvPr id="14" name="cover-wordmark">
            <a:extLst xmlns:a="http://schemas.openxmlformats.org/drawingml/2006/main">
              <a:ext uri="{FF2B5EF4-FFF2-40B4-BE49-F238E27FC236}">
                <a16:creationId xmlns:a16="http://schemas.microsoft.com/office/drawing/2014/main" id="{E5A0DA22-5881-4799-B916-494C60C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504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9000"/>
              </a:lnSpc>
              <a:buNone/>
              <a:defRPr sz="780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780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prompts</a:t>
            </a:r>
          </a:p>
        </p:txBody>
      </p:sp>
      <p:sp>
        <p:nvSpPr>
          <p:cNvPr id="15" name="cover-line-three">
            <a:extLst xmlns:a="http://schemas.openxmlformats.org/drawingml/2006/main">
              <a:ext uri="{FF2B5EF4-FFF2-40B4-BE49-F238E27FC236}">
                <a16:creationId xmlns:a16="http://schemas.microsoft.com/office/drawing/2014/main" id="{96261880-C0E3-4613-9B5B-4C5F53BC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9000"/>
              </a:lnSpc>
              <a:buNone/>
              <a:def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for when you</a:t>
            </a:r>
          </a:p>
          <a:p xmlns:a="http://schemas.openxmlformats.org/drawingml/2006/main">
            <a:pPr algn="l">
              <a:lnSpc>
                <a:spcPct val="79000"/>
              </a:lnSpc>
              <a:buNone/>
              <a:def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652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feel stuck</a:t>
            </a:r>
          </a:p>
        </p:txBody>
      </p:sp>
      <p:sp>
        <p:nvSpPr>
          <p:cNvPr id="16" name="cover-subhead">
            <a:extLst xmlns:a="http://schemas.openxmlformats.org/drawingml/2006/main">
              <a:ext uri="{FF2B5EF4-FFF2-40B4-BE49-F238E27FC236}">
                <a16:creationId xmlns:a16="http://schemas.microsoft.com/office/drawing/2014/main" id="{2810DC61-3CA9-4BB2-8E70-E8BCF3D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390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swipe for a softer way back to yourself</a:t>
            </a:r>
          </a:p>
        </p:txBody>
      </p:sp>
      <p:sp>
        <p:nvSpPr>
          <p:cNvPr id="17" name="cover-note-paper">
            <a:extLst xmlns:a="http://schemas.openxmlformats.org/drawingml/2006/main">
              <a:ext uri="{FF2B5EF4-FFF2-40B4-BE49-F238E27FC236}">
                <a16:creationId xmlns:a16="http://schemas.microsoft.com/office/drawing/2014/main" id="{BA56F14F-5752-4991-A288-93342246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43525"/>
            <a:ext cx="16097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6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over-note-make">
            <a:extLst xmlns:a="http://schemas.openxmlformats.org/drawingml/2006/main">
              <a:ext uri="{FF2B5EF4-FFF2-40B4-BE49-F238E27FC236}">
                <a16:creationId xmlns:a16="http://schemas.microsoft.com/office/drawing/2014/main" id="{40EFB781-6ED1-40E6-89BE-B67F403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591175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302B3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02B33"/>
                </a:solidFill>
                <a:latin typeface="Arial"/>
                <a:ea typeface="Arial"/>
                <a:cs typeface="Arial"/>
              </a:rPr>
              <a:t>make</a:t>
            </a:r>
          </a:p>
        </p:txBody>
      </p:sp>
      <p:sp>
        <p:nvSpPr>
          <p:cNvPr id="19" name="cover-note-copy">
            <a:extLst xmlns:a="http://schemas.openxmlformats.org/drawingml/2006/main">
              <a:ext uri="{FF2B5EF4-FFF2-40B4-BE49-F238E27FC236}">
                <a16:creationId xmlns:a16="http://schemas.microsoft.com/office/drawing/2014/main" id="{677DAE61-B396-4B0A-BB3D-B03DB080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19775"/>
            <a:ext cx="11620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025" b="1" i="0">
                <a:solidFill>
                  <a:srgbClr val="302B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02B33"/>
                </a:solidFill>
                <a:latin typeface="Arial"/>
                <a:ea typeface="Arial"/>
                <a:cs typeface="Arial"/>
              </a:rPr>
              <a:t>time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 i="0">
                <a:solidFill>
                  <a:srgbClr val="302B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02B33"/>
                </a:solidFill>
                <a:latin typeface="Arial"/>
                <a:ea typeface="Arial"/>
                <a:cs typeface="Arial"/>
              </a:rPr>
              <a:t>for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025" b="1" i="0">
                <a:solidFill>
                  <a:srgbClr val="302B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02B33"/>
                </a:solidFill>
                <a:latin typeface="Arial"/>
                <a:ea typeface="Arial"/>
                <a:cs typeface="Arial"/>
              </a:rPr>
              <a:t>you</a:t>
            </a:r>
          </a:p>
        </p:txBody>
      </p:sp>
      <p:sp>
        <p:nvSpPr>
          <p:cNvPr id="20" name="polaroid-paper">
            <a:extLst xmlns:a="http://schemas.openxmlformats.org/drawingml/2006/main">
              <a:ext uri="{FF2B5EF4-FFF2-40B4-BE49-F238E27FC236}">
                <a16:creationId xmlns:a16="http://schemas.microsoft.com/office/drawing/2014/main" id="{92811952-135D-45BA-B6CB-552C8352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391650"/>
            <a:ext cx="242887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4b0eaaf6b4946"/>
          <a:srcRect xmlns:a="http://schemas.openxmlformats.org/drawingml/2006/main" l="0" t="8080" r="0" b="80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9505950"/>
            <a:ext cx="2200275" cy="2305050"/>
          </a:xfrm>
          <a:prstGeom xmlns:a="http://schemas.openxmlformats.org/drawingml/2006/main" prst="rect">
            <a:avLst/>
          </a:prstGeom>
        </p:spPr>
      </p:pic>
      <p:sp>
        <p:nvSpPr>
          <p:cNvPr id="22" name="polaroid-caption">
            <a:extLst xmlns:a="http://schemas.openxmlformats.org/drawingml/2006/main">
              <a:ext uri="{FF2B5EF4-FFF2-40B4-BE49-F238E27FC236}">
                <a16:creationId xmlns:a16="http://schemas.microsoft.com/office/drawing/2014/main" id="{D240C5E4-E00B-4BF0-B84D-DC6BFD84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963400"/>
            <a:ext cx="1943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1350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a slow morning, saved</a:t>
            </a:r>
          </a:p>
        </p:txBody>
      </p:sp>
      <p:sp>
        <p:nvSpPr>
          <p:cNvPr id="23" name="cover-counter">
            <a:extLst xmlns:a="http://schemas.openxmlformats.org/drawingml/2006/main">
              <a:ext uri="{FF2B5EF4-FFF2-40B4-BE49-F238E27FC236}">
                <a16:creationId xmlns:a16="http://schemas.microsoft.com/office/drawing/2014/main" id="{09399702-1C7E-4723-ADBB-5B6AAF35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2239625"/>
            <a:ext cx="904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1213195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90A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ta">
            <a:extLst xmlns:a="http://schemas.openxmlformats.org/drawingml/2006/main">
              <a:ext uri="{FF2B5EF4-FFF2-40B4-BE49-F238E27FC236}">
                <a16:creationId xmlns:a16="http://schemas.microsoft.com/office/drawing/2014/main" id="{181F0543-649E-462A-87F3-BA480E9E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journal notes · 01 / 03</a:t>
            </a:r>
          </a:p>
        </p:txBody>
      </p:sp>
      <p:sp>
        <p:nvSpPr>
          <p:cNvPr id="2" name="lead-in">
            <a:extLst xmlns:a="http://schemas.openxmlformats.org/drawingml/2006/main">
              <a:ext uri="{FF2B5EF4-FFF2-40B4-BE49-F238E27FC236}">
                <a16:creationId xmlns:a16="http://schemas.microsoft.com/office/drawing/2014/main" id="{1C2DA489-7B1C-4C51-B17A-4EFA1C1B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start here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7B0B3EEA-D539-4C48-B64B-15CC742C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857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4000"/>
              </a:lnSpc>
              <a:buNone/>
              <a:def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name it</a:t>
            </a:r>
          </a:p>
        </p:txBody>
      </p:sp>
      <p:sp>
        <p:nvSpPr>
          <p:cNvPr id="4" name="journal-prompt">
            <a:extLst xmlns:a="http://schemas.openxmlformats.org/drawingml/2006/main">
              <a:ext uri="{FF2B5EF4-FFF2-40B4-BE49-F238E27FC236}">
                <a16:creationId xmlns:a16="http://schemas.microsoft.com/office/drawing/2014/main" id="{D01C2385-8C75-4BF1-9960-013450AB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38825"/>
            <a:ext cx="619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52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what feels heavy because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52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52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i haven’t named it yet?</a:t>
            </a:r>
          </a:p>
        </p:txBody>
      </p:sp>
      <p:sp>
        <p:nvSpPr>
          <p:cNvPr id="5" name="guidance">
            <a:extLst xmlns:a="http://schemas.openxmlformats.org/drawingml/2006/main">
              <a:ext uri="{FF2B5EF4-FFF2-40B4-BE49-F238E27FC236}">
                <a16:creationId xmlns:a16="http://schemas.microsoft.com/office/drawing/2014/main" id="{1EBB08EE-5726-44AC-8F7B-C1875D0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62875"/>
            <a:ext cx="361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write the truest answer first.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you can make sense of it later.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ed1144ab94fba"/>
          <a:stretch xmlns:a="http://schemas.openxmlformats.org/drawingml/2006/main"/>
        </p:blipFill>
        <p:spPr>
          <a:xfrm xmlns:a="http://schemas.openxmlformats.org/drawingml/2006/main">
            <a:off x="7486650" y="661988"/>
            <a:ext cx="2924175" cy="292417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466c000234c2b"/>
          <a:stretch xmlns:a="http://schemas.openxmlformats.org/drawingml/2006/main"/>
        </p:blipFill>
        <p:spPr>
          <a:xfrm xmlns:a="http://schemas.openxmlformats.org/drawingml/2006/main">
            <a:off x="8286750" y="4400550"/>
            <a:ext cx="971550" cy="9715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3665d3c534e87"/>
          <a:stretch xmlns:a="http://schemas.openxmlformats.org/drawingml/2006/main"/>
        </p:blipFill>
        <p:spPr>
          <a:xfrm xmlns:a="http://schemas.openxmlformats.org/drawingml/2006/main">
            <a:off x="6750050" y="8429625"/>
            <a:ext cx="2159000" cy="32385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a7aecbb554a3f"/>
          <a:stretch xmlns:a="http://schemas.openxmlformats.org/drawingml/2006/main"/>
        </p:blipFill>
        <p:spPr>
          <a:xfrm xmlns:a="http://schemas.openxmlformats.org/drawingml/2006/main">
            <a:off x="790575" y="99250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0" name="prompt-note-paper">
            <a:extLst xmlns:a="http://schemas.openxmlformats.org/drawingml/2006/main">
              <a:ext uri="{FF2B5EF4-FFF2-40B4-BE49-F238E27FC236}">
                <a16:creationId xmlns:a16="http://schemas.microsoft.com/office/drawing/2014/main" id="{298A913B-FC2D-4200-8F2D-D6585C15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67400"/>
            <a:ext cx="219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ompt-note-text">
            <a:extLst xmlns:a="http://schemas.openxmlformats.org/drawingml/2006/main">
              <a:ext uri="{FF2B5EF4-FFF2-40B4-BE49-F238E27FC236}">
                <a16:creationId xmlns:a16="http://schemas.microsoft.com/office/drawing/2014/main" id="{F4C00E61-2235-4B2F-B9AB-40B41B49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341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give the feeling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a name.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C701A6-98A2-47A3-A98F-860AF2E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334750"/>
            <a:ext cx="95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1970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90A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meta">
            <a:extLst xmlns:a="http://schemas.openxmlformats.org/drawingml/2006/main">
              <a:ext uri="{FF2B5EF4-FFF2-40B4-BE49-F238E27FC236}">
                <a16:creationId xmlns:a16="http://schemas.microsoft.com/office/drawing/2014/main" id="{1A5A4EA1-60B9-4ECD-AA93-A4B0E0C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journal notes · 02 / 03</a:t>
            </a:r>
          </a:p>
        </p:txBody>
      </p:sp>
      <p:sp>
        <p:nvSpPr>
          <p:cNvPr id="2" name="lead-in">
            <a:extLst xmlns:a="http://schemas.openxmlformats.org/drawingml/2006/main">
              <a:ext uri="{FF2B5EF4-FFF2-40B4-BE49-F238E27FC236}">
                <a16:creationId xmlns:a16="http://schemas.microsoft.com/office/drawing/2014/main" id="{B4E80329-CC6E-4DE9-A99E-C7364965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then ask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DD34B19D-5836-4E06-9099-14163A8C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6572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2000"/>
              </a:lnSpc>
              <a:buNone/>
              <a:defRPr sz="10875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10875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loosen</a:t>
            </a:r>
          </a:p>
          <a:p xmlns:a="http://schemas.openxmlformats.org/drawingml/2006/main">
            <a:pPr algn="l">
              <a:lnSpc>
                <a:spcPct val="72000"/>
              </a:lnSpc>
              <a:buNone/>
              <a:defRPr sz="10875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10875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the grip</a:t>
            </a:r>
          </a:p>
        </p:txBody>
      </p:sp>
      <p:sp>
        <p:nvSpPr>
          <p:cNvPr id="4" name="journal-prompt">
            <a:extLst xmlns:a="http://schemas.openxmlformats.org/drawingml/2006/main">
              <a:ext uri="{FF2B5EF4-FFF2-40B4-BE49-F238E27FC236}">
                <a16:creationId xmlns:a16="http://schemas.microsoft.com/office/drawing/2014/main" id="{CCB34FE3-A8FA-475B-A347-965EFBC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6477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where am i demanding certainty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before i let myself begin?</a:t>
            </a:r>
          </a:p>
        </p:txBody>
      </p:sp>
      <p:sp>
        <p:nvSpPr>
          <p:cNvPr id="5" name="guidance">
            <a:extLst xmlns:a="http://schemas.openxmlformats.org/drawingml/2006/main">
              <a:ext uri="{FF2B5EF4-FFF2-40B4-BE49-F238E27FC236}">
                <a16:creationId xmlns:a16="http://schemas.microsoft.com/office/drawing/2014/main" id="{17815D89-938B-4865-B663-3B8DB45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972425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let the answer be unfinished.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that is still an answer.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af18e1b654bb9"/>
          <a:stretch xmlns:a="http://schemas.openxmlformats.org/drawingml/2006/main"/>
        </p:blipFill>
        <p:spPr>
          <a:xfrm xmlns:a="http://schemas.openxmlformats.org/drawingml/2006/main">
            <a:off x="7415213" y="619125"/>
            <a:ext cx="2667000" cy="26670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09f507084c94"/>
          <a:stretch xmlns:a="http://schemas.openxmlformats.org/drawingml/2006/main"/>
        </p:blipFill>
        <p:spPr>
          <a:xfrm xmlns:a="http://schemas.openxmlformats.org/drawingml/2006/main">
            <a:off x="8272463" y="4572000"/>
            <a:ext cx="1028700" cy="10287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26f1e66b94549"/>
          <a:stretch xmlns:a="http://schemas.openxmlformats.org/drawingml/2006/main"/>
        </p:blipFill>
        <p:spPr>
          <a:xfrm xmlns:a="http://schemas.openxmlformats.org/drawingml/2006/main">
            <a:off x="7500938" y="992505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8797b083c4515"/>
          <a:stretch xmlns:a="http://schemas.openxmlformats.org/drawingml/2006/main"/>
        </p:blipFill>
        <p:spPr>
          <a:xfrm xmlns:a="http://schemas.openxmlformats.org/drawingml/2006/main">
            <a:off x="742950" y="100298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polaroid-paper">
            <a:extLst xmlns:a="http://schemas.openxmlformats.org/drawingml/2006/main">
              <a:ext uri="{FF2B5EF4-FFF2-40B4-BE49-F238E27FC236}">
                <a16:creationId xmlns:a16="http://schemas.microsoft.com/office/drawing/2014/main" id="{5B9A18FB-56A5-417B-A00A-DD5D59B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705600"/>
            <a:ext cx="1981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E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29b94aec4a39"/>
          <a:srcRect xmlns:a="http://schemas.openxmlformats.org/drawingml/2006/main" l="0" t="833" r="0" b="8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6848475"/>
            <a:ext cx="1714500" cy="1685925"/>
          </a:xfrm>
          <a:prstGeom xmlns:a="http://schemas.openxmlformats.org/drawingml/2006/main" prst="rect">
            <a:avLst/>
          </a:prstGeom>
        </p:spPr>
      </p:pic>
      <p:sp>
        <p:nvSpPr>
          <p:cNvPr id="12" name="polaroid-caption">
            <a:extLst xmlns:a="http://schemas.openxmlformats.org/drawingml/2006/main">
              <a:ext uri="{FF2B5EF4-FFF2-40B4-BE49-F238E27FC236}">
                <a16:creationId xmlns:a16="http://schemas.microsoft.com/office/drawing/2014/main" id="{29CA7A29-F0A8-42DB-8AFC-493EB65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696325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one page at a time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798BC1-42C9-4FC9-80FE-5CF9780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334750"/>
            <a:ext cx="95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5229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90A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eta">
            <a:extLst xmlns:a="http://schemas.openxmlformats.org/drawingml/2006/main">
              <a:ext uri="{FF2B5EF4-FFF2-40B4-BE49-F238E27FC236}">
                <a16:creationId xmlns:a16="http://schemas.microsoft.com/office/drawing/2014/main" id="{154BB3E6-B3FC-4B92-9676-4085F6A3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275" b="1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journal notes · 03 / 03</a:t>
            </a:r>
          </a:p>
        </p:txBody>
      </p:sp>
      <p:sp>
        <p:nvSpPr>
          <p:cNvPr id="2" name="lead-in">
            <a:extLst xmlns:a="http://schemas.openxmlformats.org/drawingml/2006/main">
              <a:ext uri="{FF2B5EF4-FFF2-40B4-BE49-F238E27FC236}">
                <a16:creationId xmlns:a16="http://schemas.microsoft.com/office/drawing/2014/main" id="{DADCBCF8-6E3B-4032-9CFA-96353CB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270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come back to this</a:t>
            </a:r>
          </a:p>
        </p:txBody>
      </p:sp>
      <p:sp>
        <p:nvSpPr>
          <p:cNvPr id="3" name="wordmark">
            <a:extLst xmlns:a="http://schemas.openxmlformats.org/drawingml/2006/main">
              <a:ext uri="{FF2B5EF4-FFF2-40B4-BE49-F238E27FC236}">
                <a16:creationId xmlns:a16="http://schemas.microsoft.com/office/drawing/2014/main" id="{1F398666-6822-430C-B513-3BB22280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61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72000"/>
              </a:lnSpc>
              <a:buNone/>
              <a:def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begin</a:t>
            </a:r>
          </a:p>
          <a:p xmlns:a="http://schemas.openxmlformats.org/drawingml/2006/main">
            <a:pPr algn="l">
              <a:lnSpc>
                <a:spcPct val="72000"/>
              </a:lnSpc>
              <a:buNone/>
              <a:def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112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small</a:t>
            </a:r>
          </a:p>
        </p:txBody>
      </p:sp>
      <p:sp>
        <p:nvSpPr>
          <p:cNvPr id="4" name="journal-prompt">
            <a:extLst xmlns:a="http://schemas.openxmlformats.org/drawingml/2006/main">
              <a:ext uri="{FF2B5EF4-FFF2-40B4-BE49-F238E27FC236}">
                <a16:creationId xmlns:a16="http://schemas.microsoft.com/office/drawing/2014/main" id="{6C1C60FF-C14D-4B08-8AE4-542A085A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647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what is one kind thing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3375" b="0" i="0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i can do in the next ten minutes?</a:t>
            </a:r>
          </a:p>
        </p:txBody>
      </p:sp>
      <p:sp>
        <p:nvSpPr>
          <p:cNvPr id="5" name="guidance">
            <a:extLst xmlns:a="http://schemas.openxmlformats.org/drawingml/2006/main">
              <a:ext uri="{FF2B5EF4-FFF2-40B4-BE49-F238E27FC236}">
                <a16:creationId xmlns:a16="http://schemas.microsoft.com/office/drawing/2014/main" id="{072C738F-55FD-480F-B39A-76604FAD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1915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make it small enough that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AF0"/>
                </a:solidFill>
                <a:latin typeface="DM Sans"/>
                <a:ea typeface="DM Sans"/>
                <a:cs typeface="DM Sans"/>
              </a:rPr>
              <a:t>you can begin before you overthink it.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c565000fc47ef"/>
          <a:stretch xmlns:a="http://schemas.openxmlformats.org/drawingml/2006/main"/>
        </p:blipFill>
        <p:spPr>
          <a:xfrm xmlns:a="http://schemas.openxmlformats.org/drawingml/2006/main">
            <a:off x="7861712" y="1581150"/>
            <a:ext cx="1250126" cy="15621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2cafbf676441c"/>
          <a:stretch xmlns:a="http://schemas.openxmlformats.org/drawingml/2006/main"/>
        </p:blipFill>
        <p:spPr>
          <a:xfrm xmlns:a="http://schemas.openxmlformats.org/drawingml/2006/main">
            <a:off x="7791450" y="4819650"/>
            <a:ext cx="1447800" cy="1447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6aae12e824873"/>
          <a:stretch xmlns:a="http://schemas.openxmlformats.org/drawingml/2006/main"/>
        </p:blipFill>
        <p:spPr>
          <a:xfrm xmlns:a="http://schemas.openxmlformats.org/drawingml/2006/main">
            <a:off x="757238" y="9848850"/>
            <a:ext cx="2066925" cy="2066925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be006e4bb4813"/>
          <a:stretch xmlns:a="http://schemas.openxmlformats.org/drawingml/2006/main"/>
        </p:blipFill>
        <p:spPr>
          <a:xfrm xmlns:a="http://schemas.openxmlformats.org/drawingml/2006/main">
            <a:off x="7429500" y="9944100"/>
            <a:ext cx="2209800" cy="2209800"/>
          </a:xfrm>
          <a:prstGeom xmlns:a="http://schemas.openxmlformats.org/drawingml/2006/main" prst="rect">
            <a:avLst/>
          </a:prstGeom>
        </p:spPr>
      </p:pic>
      <p:sp>
        <p:nvSpPr>
          <p:cNvPr id="10" name="prompt-note-paper">
            <a:extLst xmlns:a="http://schemas.openxmlformats.org/drawingml/2006/main">
              <a:ext uri="{FF2B5EF4-FFF2-40B4-BE49-F238E27FC236}">
                <a16:creationId xmlns:a16="http://schemas.microsoft.com/office/drawing/2014/main" id="{7CF9F0D3-532B-4882-8CCF-94563D8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648450"/>
            <a:ext cx="1476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ompt-note-text">
            <a:extLst xmlns:a="http://schemas.openxmlformats.org/drawingml/2006/main">
              <a:ext uri="{FF2B5EF4-FFF2-40B4-BE49-F238E27FC236}">
                <a16:creationId xmlns:a16="http://schemas.microsoft.com/office/drawing/2014/main" id="{DF20BEFA-3859-4CCE-81BB-F487AB64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15150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a little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302B33"/>
                </a:solidFill>
                <a:latin typeface="Georgia"/>
                <a:ea typeface="Georgia"/>
                <a:cs typeface="Georgia"/>
              </a:rPr>
              <a:t>counts.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0ACEA0-8CB6-4A16-A7F3-55706175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334750"/>
            <a:ext cx="952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80000"/>
              </a:lnSpc>
              <a:buNone/>
              <a:def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defRPr>
            </a:pPr>
            <a:r>
              <a:rPr sz="7050" b="0" i="1">
                <a:solidFill>
                  <a:srgbClr val="FFFAF0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18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2026-08-13T16:47:57.5290000Z</dcterms:created>
  <dcterms:modified xsi:type="dcterms:W3CDTF">2026-08-13T16:47:57.5290000Z</dcterms:modified>
</coreProperties>
</file>