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2c1f2dc70a451c" /><Relationship Type="http://schemas.openxmlformats.org/officeDocument/2006/relationships/extended-properties" Target="/docProps/app.xml" Id="R7b0a20fa1be04110" /><Relationship Type="http://schemas.openxmlformats.org/officeDocument/2006/relationships/officeDocument" Target="/ppt/presentation.xml" Id="Rf766b92e340a42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a74b424bfa4046"/>
  </p:sldMasterIdLst>
  <p:notesMasterIdLst>
    <p:notesMasterId xmlns:r="http://schemas.openxmlformats.org/officeDocument/2006/relationships" r:id="R58bc5e94aed64c5a"/>
  </p:notesMasterIdLst>
  <p:sldIdLst>
    <p:sldId xmlns:r="http://schemas.openxmlformats.org/officeDocument/2006/relationships" id="256" r:id="Rd4862c2fa94c46e1"/>
    <p:sldId xmlns:r="http://schemas.openxmlformats.org/officeDocument/2006/relationships" id="257" r:id="R26243237d6914ae4"/>
    <p:sldId xmlns:r="http://schemas.openxmlformats.org/officeDocument/2006/relationships" id="258" r:id="R19b2533f018d45f4"/>
    <p:sldId xmlns:r="http://schemas.openxmlformats.org/officeDocument/2006/relationships" id="259" r:id="Rd107ea9ecc2b4a41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14d51144ca4f99" /><Relationship Type="http://schemas.openxmlformats.org/officeDocument/2006/relationships/slideMaster" Target="/ppt/slideMasters/slideMaster1.xml" Id="R76a74b424bfa4046" /><Relationship Type="http://schemas.openxmlformats.org/officeDocument/2006/relationships/notesMaster" Target="/ppt/notesMasters/notesMaster1.xml" Id="R58bc5e94aed64c5a" /><Relationship Type="http://schemas.openxmlformats.org/officeDocument/2006/relationships/presProps" Target="/ppt/presProps.xml" Id="R6667c1c6bc834077" /><Relationship Type="http://schemas.openxmlformats.org/officeDocument/2006/relationships/tableStyles" Target="/ppt/tableStyles.xml" Id="Re0229af9dafd435c" /><Relationship Type="http://schemas.openxmlformats.org/officeDocument/2006/relationships/slide" Target="/ppt/slides/slide1.xml" Id="Rd4862c2fa94c46e1" /><Relationship Type="http://schemas.openxmlformats.org/officeDocument/2006/relationships/slide" Target="/ppt/slides/slide2.xml" Id="R26243237d6914ae4" /><Relationship Type="http://schemas.openxmlformats.org/officeDocument/2006/relationships/slide" Target="/ppt/slides/slide3.xml" Id="R19b2533f018d45f4" /><Relationship Type="http://schemas.openxmlformats.org/officeDocument/2006/relationships/slide" Target="/ppt/slides/slide4.xml" Id="Rd107ea9ecc2b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dcbca108343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a8167c049442ad" /><Relationship Type="http://schemas.openxmlformats.org/officeDocument/2006/relationships/notesMaster" Target="/ppt/notesMasters/notesMaster1.xml" Id="R5dddadbc663640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ae1ae7cf6e41da" /><Relationship Type="http://schemas.openxmlformats.org/officeDocument/2006/relationships/notesMaster" Target="/ppt/notesMasters/notesMaster1.xml" Id="Rd8038bc66a44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542d4344c145b5" /><Relationship Type="http://schemas.openxmlformats.org/officeDocument/2006/relationships/notesMaster" Target="/ppt/notesMasters/notesMaster1.xml" Id="R6d0a8120e9d646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5b5f8cb9d1460c" /><Relationship Type="http://schemas.openxmlformats.org/officeDocument/2006/relationships/notesMaster" Target="/ppt/notesMasters/notesMaster1.xml" Id="R9a23272425144d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9734f07a4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c0568417a4cbe" /><Relationship Type="http://schemas.openxmlformats.org/officeDocument/2006/relationships/slideLayout" Target="/ppt/slideLayouts/slideLayout1.xml" Id="Rb8ecfc1d7243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ecfc1d7243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ea2945d2949e4" /><Relationship Type="http://schemas.openxmlformats.org/officeDocument/2006/relationships/image" Target="/ppt/media/image.png" Id="R88e3552e7b0f4144" /><Relationship Type="http://schemas.openxmlformats.org/officeDocument/2006/relationships/notesSlide" Target="/ppt/notesSlides/notesSlide1.xml" Id="R4d3b72438096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f5541f114437e" /><Relationship Type="http://schemas.openxmlformats.org/officeDocument/2006/relationships/image" Target="/ppt/media/image2.png" Id="Rd1326eacdea441e8" /><Relationship Type="http://schemas.openxmlformats.org/officeDocument/2006/relationships/notesSlide" Target="/ppt/notesSlides/notesSlide2.xml" Id="R7f7c909c548e47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52c4d9805417b" /><Relationship Type="http://schemas.openxmlformats.org/officeDocument/2006/relationships/image" Target="/ppt/media/image3.png" Id="Rbc14c5291e014fa0" /><Relationship Type="http://schemas.openxmlformats.org/officeDocument/2006/relationships/image" Target="/ppt/media/image4.png" Id="R4a70cf3488794fe1" /><Relationship Type="http://schemas.openxmlformats.org/officeDocument/2006/relationships/image" Target="/ppt/media/image5.png" Id="R4602b0e9481441eb" /><Relationship Type="http://schemas.openxmlformats.org/officeDocument/2006/relationships/notesSlide" Target="/ppt/notesSlides/notesSlide3.xml" Id="Rc9f4017ff1e54d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6bf8f7f724f30" /><Relationship Type="http://schemas.openxmlformats.org/officeDocument/2006/relationships/image" Target="/ppt/media/image6.png" Id="Re219aa4c51b041a2" /><Relationship Type="http://schemas.openxmlformats.org/officeDocument/2006/relationships/notesSlide" Target="/ppt/notesSlides/notesSlide4.xml" Id="Rd460fffa7f4d4c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3552e7b0f4144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CFAB6872-2E88-4AAC-8C89-7C34C398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008818D3-9D2B-41D9-A41B-8491CE26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33F079E6-E533-431F-B53F-472069C5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E3E79502-827F-42BF-88D7-D1A052C2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C06FD8FD-DE20-4443-9928-55BA7061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F95F4742-FCF1-4B6F-9B0A-FDEA7D6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47C3E5EB-FC41-4EDC-9813-153FCD6C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F578FFB1-0204-42AB-B0CB-B56F734D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DB23A5E-AB8C-40D4-BEA2-24192BD4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NIGHTSTAND EDIT · 01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F2B4FE4C-2BFA-4E1F-A8DB-90079F9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my nightstand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right now</a:t>
            </a:r>
          </a:p>
        </p:txBody>
      </p:sp>
      <p:sp>
        <p:nvSpPr>
          <p:cNvPr id="12" name="caption-card-shadow">
            <a:extLst xmlns:a="http://schemas.openxmlformats.org/drawingml/2006/main">
              <a:ext uri="{FF2B5EF4-FFF2-40B4-BE49-F238E27FC236}">
                <a16:creationId xmlns:a16="http://schemas.microsoft.com/office/drawing/2014/main" id="{84EC6203-5C20-4F0E-BD86-F76835FE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966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B15E79">
              <a:alpha val="6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ption-card">
            <a:extLst xmlns:a="http://schemas.openxmlformats.org/drawingml/2006/main">
              <a:ext uri="{FF2B5EF4-FFF2-40B4-BE49-F238E27FC236}">
                <a16:creationId xmlns:a16="http://schemas.microsoft.com/office/drawing/2014/main" id="{93014066-4164-4FD0-952B-5AA03B00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823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sp>
        <p:nvSpPr>
          <p:cNvPr id="14" name="body-copy">
            <a:extLst xmlns:a="http://schemas.openxmlformats.org/drawingml/2006/main">
              <a:ext uri="{FF2B5EF4-FFF2-40B4-BE49-F238E27FC236}">
                <a16:creationId xmlns:a16="http://schemas.microsoft.com/office/drawing/2014/main" id="{D3943D58-7F96-4715-9996-F8755F00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the little corner that makes staying in feel extra special</a:t>
            </a:r>
          </a:p>
        </p:txBody>
      </p:sp>
      <p:sp>
        <p:nvSpPr>
          <p:cNvPr id="15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515B7008-0DC4-440A-9599-19D4660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16" name="counter">
            <a:extLst xmlns:a="http://schemas.openxmlformats.org/drawingml/2006/main">
              <a:ext uri="{FF2B5EF4-FFF2-40B4-BE49-F238E27FC236}">
                <a16:creationId xmlns:a16="http://schemas.microsoft.com/office/drawing/2014/main" id="{B75439B6-61A5-4AC8-9C96-24EE505D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01 · lately</a:t>
            </a:r>
          </a:p>
        </p:txBody>
      </p:sp>
    </p:spTree>
    <p:extLst>
      <p:ext uri="{BB962C8B-B14F-4D97-AF65-F5344CB8AC3E}">
        <p14:creationId xmlns:p14="http://schemas.microsoft.com/office/powerpoint/2010/main" val="1272775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26eacdea441e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316D43BB-A52C-4AF8-8160-59393F6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3D3C6F32-32CC-4B8C-98C7-4E7BF2A5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2EAAA5BB-8AF9-4A5F-BE56-2F784652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A966D8E8-95C8-4675-90A5-EBE8B479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3A8E1F7C-8D37-4613-9BD5-2201A5A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F8788FCB-6ABE-4DAA-8E06-70E754E7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8A3CFC75-988C-44DE-AA58-FC3F227E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02A01EF0-539B-4012-AFE1-90DAC428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2E94FA2-6416-49FE-97B3-949E0DF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SLOW MORNING CLUB · 02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7BDB5572-6111-4B91-8C64-83B75F18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coffee and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a few pages</a:t>
            </a:r>
          </a:p>
        </p:txBody>
      </p:sp>
      <p:sp>
        <p:nvSpPr>
          <p:cNvPr id="12" name="caption-card-shadow">
            <a:extLst xmlns:a="http://schemas.openxmlformats.org/drawingml/2006/main">
              <a:ext uri="{FF2B5EF4-FFF2-40B4-BE49-F238E27FC236}">
                <a16:creationId xmlns:a16="http://schemas.microsoft.com/office/drawing/2014/main" id="{554DC3AA-7A19-408C-B71B-3C3738CD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966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B15E79">
              <a:alpha val="6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ption-card">
            <a:extLst xmlns:a="http://schemas.openxmlformats.org/drawingml/2006/main">
              <a:ext uri="{FF2B5EF4-FFF2-40B4-BE49-F238E27FC236}">
                <a16:creationId xmlns:a16="http://schemas.microsoft.com/office/drawing/2014/main" id="{A7BDFD88-C3A9-47C5-9109-427E8DCA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823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sp>
        <p:nvSpPr>
          <p:cNvPr id="14" name="body-copy">
            <a:extLst xmlns:a="http://schemas.openxmlformats.org/drawingml/2006/main">
              <a:ext uri="{FF2B5EF4-FFF2-40B4-BE49-F238E27FC236}">
                <a16:creationId xmlns:a16="http://schemas.microsoft.com/office/drawing/2014/main" id="{9C7D9EA5-86C2-415D-B872-EE426168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one chapter before anything else gets a say</a:t>
            </a:r>
          </a:p>
        </p:txBody>
      </p:sp>
      <p:sp>
        <p:nvSpPr>
          <p:cNvPr id="15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1722B146-7368-49A8-B368-F83CC816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16" name="counter">
            <a:extLst xmlns:a="http://schemas.openxmlformats.org/drawingml/2006/main">
              <a:ext uri="{FF2B5EF4-FFF2-40B4-BE49-F238E27FC236}">
                <a16:creationId xmlns:a16="http://schemas.microsoft.com/office/drawing/2014/main" id="{6B3150D5-560C-4034-96C2-45D844E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02 · lately</a:t>
            </a:r>
          </a:p>
        </p:txBody>
      </p:sp>
    </p:spTree>
    <p:extLst>
      <p:ext uri="{BB962C8B-B14F-4D97-AF65-F5344CB8AC3E}">
        <p14:creationId xmlns:p14="http://schemas.microsoft.com/office/powerpoint/2010/main" val="749903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C9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4c5291e014fa0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9349C909-D99E-4AB6-A52F-30BF7C89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58141DC4-6221-482A-AE07-A3462D6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4CAE7640-ED32-43FE-B199-05FA14E7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778C880E-A081-430B-9892-722F2DD6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6865F4A8-DF07-467D-99C6-6355E74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66FA68B4-3EAA-4EBC-9414-BA3CC3E6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F9DF2625-F35C-4FBE-932E-12988AE0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92858593-3134-455E-9404-8834A85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489CF52-F5C0-499A-9272-CA11241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CURRENTLY · 03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19F0037-DBEF-4C7D-8A20-07AEACCD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6286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stacked by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the bed</a:t>
            </a:r>
          </a:p>
        </p:txBody>
      </p:sp>
      <p:sp>
        <p:nvSpPr>
          <p:cNvPr id="12" name="polaroid-1-card">
            <a:extLst xmlns:a="http://schemas.openxmlformats.org/drawingml/2006/main">
              <a:ext uri="{FF2B5EF4-FFF2-40B4-BE49-F238E27FC236}">
                <a16:creationId xmlns:a16="http://schemas.microsoft.com/office/drawing/2014/main" id="{42A90A5A-340B-4939-A5A5-E6CBA4B0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704850" y="7000875"/>
            <a:ext cx="3048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0cf3488794fe1"/>
          <a:srcRect xmlns:a="http://schemas.openxmlformats.org/drawingml/2006/main" l="4658" t="0" r="46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300000">
            <a:off x="838200" y="7134225"/>
            <a:ext cx="2781300" cy="3067050"/>
          </a:xfrm>
          <a:prstGeom xmlns:a="http://schemas.openxmlformats.org/drawingml/2006/main" prst="rect">
            <a:avLst/>
          </a:prstGeom>
        </p:spPr>
      </p:pic>
      <p:sp>
        <p:nvSpPr>
          <p:cNvPr id="14" name="polaroid-1-caption">
            <a:extLst xmlns:a="http://schemas.openxmlformats.org/drawingml/2006/main">
              <a:ext uri="{FF2B5EF4-FFF2-40B4-BE49-F238E27FC236}">
                <a16:creationId xmlns:a16="http://schemas.microsoft.com/office/drawing/2014/main" id="{67F72046-67F2-4EA4-AFFF-F083B1D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895350" y="10325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rPr>
              <a:t>one chapter at a time</a:t>
            </a:r>
          </a:p>
        </p:txBody>
      </p:sp>
      <p:sp>
        <p:nvSpPr>
          <p:cNvPr id="15" name="polaroid-1-tape">
            <a:extLst xmlns:a="http://schemas.openxmlformats.org/drawingml/2006/main">
              <a:ext uri="{FF2B5EF4-FFF2-40B4-BE49-F238E27FC236}">
                <a16:creationId xmlns:a16="http://schemas.microsoft.com/office/drawing/2014/main" id="{61B05886-B50D-4DD8-BC01-F70B98B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685925" y="68199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polaroid-2-card">
            <a:extLst xmlns:a="http://schemas.openxmlformats.org/drawingml/2006/main">
              <a:ext uri="{FF2B5EF4-FFF2-40B4-BE49-F238E27FC236}">
                <a16:creationId xmlns:a16="http://schemas.microsoft.com/office/drawing/2014/main" id="{80A82532-D5A8-45F1-8955-70AC4043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172200" y="7620000"/>
            <a:ext cx="3048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2b0e9481441eb"/>
          <a:srcRect xmlns:a="http://schemas.openxmlformats.org/drawingml/2006/main" l="4658" t="0" r="46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0000">
            <a:off x="6305550" y="7753350"/>
            <a:ext cx="2781300" cy="3067050"/>
          </a:xfrm>
          <a:prstGeom xmlns:a="http://schemas.openxmlformats.org/drawingml/2006/main" prst="rect">
            <a:avLst/>
          </a:prstGeom>
        </p:spPr>
      </p:pic>
      <p:sp>
        <p:nvSpPr>
          <p:cNvPr id="18" name="polaroid-2-caption">
            <a:extLst xmlns:a="http://schemas.openxmlformats.org/drawingml/2006/main">
              <a:ext uri="{FF2B5EF4-FFF2-40B4-BE49-F238E27FC236}">
                <a16:creationId xmlns:a16="http://schemas.microsoft.com/office/drawing/2014/main" id="{940A62A4-B763-499E-883E-0B7C1D4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362700" y="109442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rPr>
              <a:t>little things i love</a:t>
            </a:r>
          </a:p>
        </p:txBody>
      </p:sp>
      <p:sp>
        <p:nvSpPr>
          <p:cNvPr id="19" name="polaroid-2-tape">
            <a:extLst xmlns:a="http://schemas.openxmlformats.org/drawingml/2006/main">
              <a:ext uri="{FF2B5EF4-FFF2-40B4-BE49-F238E27FC236}">
                <a16:creationId xmlns:a16="http://schemas.microsoft.com/office/drawing/2014/main" id="{5D3FF278-5C85-45F2-A886-AE0E931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153275" y="74390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8D94DC90-A191-4A39-A898-CD1454E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21" name="counter">
            <a:extLst xmlns:a="http://schemas.openxmlformats.org/drawingml/2006/main">
              <a:ext uri="{FF2B5EF4-FFF2-40B4-BE49-F238E27FC236}">
                <a16:creationId xmlns:a16="http://schemas.microsoft.com/office/drawing/2014/main" id="{B2DC414B-D3F8-4F31-9758-EAABC9CD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03 · lately</a:t>
            </a:r>
          </a:p>
        </p:txBody>
      </p:sp>
    </p:spTree>
    <p:extLst>
      <p:ext uri="{BB962C8B-B14F-4D97-AF65-F5344CB8AC3E}">
        <p14:creationId xmlns:p14="http://schemas.microsoft.com/office/powerpoint/2010/main" val="639676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9aa4c51b041a2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945BC721-F2C5-4DA0-89F1-852C2D2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9B47C31C-B3B4-4823-BDA4-3DE247F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14683F66-AE7E-4E2A-8610-B71ED8EF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36C6E352-01A5-4C7E-A731-FF0BB3C1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15852BA7-3CB7-4CC7-A2C6-BAC25137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644B0A07-D624-4D95-9712-14C7B7B5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CA83E379-63E5-43AE-ACE8-BDF4464B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78206859-9191-406B-BEAE-686434EB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7C6DCCB-F567-411A-BDBB-E8D273AA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NIGHTSTAND FAVES · 04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11465472-374C-4A31-AE89-E62B4FEB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homebody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essentials</a:t>
            </a:r>
          </a:p>
        </p:txBody>
      </p:sp>
      <p:sp>
        <p:nvSpPr>
          <p:cNvPr id="12" name="list-card-shadow">
            <a:extLst xmlns:a="http://schemas.openxmlformats.org/drawingml/2006/main">
              <a:ext uri="{FF2B5EF4-FFF2-40B4-BE49-F238E27FC236}">
                <a16:creationId xmlns:a16="http://schemas.microsoft.com/office/drawing/2014/main" id="{527E2BA0-BE3C-4754-BB19-355CA416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906000"/>
            <a:ext cx="4667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B15E79">
              <a:alpha val="6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4FAAD4AF-DDD8-4D39-AF08-EAB28188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91700"/>
            <a:ext cx="4667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sp>
        <p:nvSpPr>
          <p:cNvPr id="14" name="list-heart-1">
            <a:extLst xmlns:a="http://schemas.openxmlformats.org/drawingml/2006/main">
              <a:ext uri="{FF2B5EF4-FFF2-40B4-BE49-F238E27FC236}">
                <a16:creationId xmlns:a16="http://schemas.microsoft.com/office/drawing/2014/main" id="{1395CE33-EC39-4B16-AA2C-F329DA8B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488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5" name="list-item-1">
            <a:extLst xmlns:a="http://schemas.openxmlformats.org/drawingml/2006/main">
              <a:ext uri="{FF2B5EF4-FFF2-40B4-BE49-F238E27FC236}">
                <a16:creationId xmlns:a16="http://schemas.microsoft.com/office/drawing/2014/main" id="{7DEAB131-AE8D-4B8E-B552-C61174BF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0584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slow pages</a:t>
            </a:r>
          </a:p>
        </p:txBody>
      </p:sp>
      <p:sp>
        <p:nvSpPr>
          <p:cNvPr id="16" name="list-heart-2">
            <a:extLst xmlns:a="http://schemas.openxmlformats.org/drawingml/2006/main">
              <a:ext uri="{FF2B5EF4-FFF2-40B4-BE49-F238E27FC236}">
                <a16:creationId xmlns:a16="http://schemas.microsoft.com/office/drawing/2014/main" id="{85CF5487-8729-4FC0-958E-664D61CB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34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7" name="list-item-2">
            <a:extLst xmlns:a="http://schemas.openxmlformats.org/drawingml/2006/main">
              <a:ext uri="{FF2B5EF4-FFF2-40B4-BE49-F238E27FC236}">
                <a16:creationId xmlns:a16="http://schemas.microsoft.com/office/drawing/2014/main" id="{0A907F33-9594-4497-A656-F7B5B0C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544175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a warm drink</a:t>
            </a:r>
          </a:p>
        </p:txBody>
      </p:sp>
      <p:sp>
        <p:nvSpPr>
          <p:cNvPr id="18" name="list-heart-3">
            <a:extLst xmlns:a="http://schemas.openxmlformats.org/drawingml/2006/main">
              <a:ext uri="{FF2B5EF4-FFF2-40B4-BE49-F238E27FC236}">
                <a16:creationId xmlns:a16="http://schemas.microsoft.com/office/drawing/2014/main" id="{69F6EDB9-F0EC-4952-9D37-17609A43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204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9" name="list-item-3">
            <a:extLst xmlns:a="http://schemas.openxmlformats.org/drawingml/2006/main">
              <a:ext uri="{FF2B5EF4-FFF2-40B4-BE49-F238E27FC236}">
                <a16:creationId xmlns:a16="http://schemas.microsoft.com/office/drawing/2014/main" id="{D3E39CE5-5830-4D8D-A401-B845DDF3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02995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lights off early</a:t>
            </a:r>
          </a:p>
        </p:txBody>
      </p:sp>
      <p:sp>
        <p:nvSpPr>
          <p:cNvPr id="20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31318A82-F4A5-414D-B6F9-0CF2B28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21" name="counter">
            <a:extLst xmlns:a="http://schemas.openxmlformats.org/drawingml/2006/main">
              <a:ext uri="{FF2B5EF4-FFF2-40B4-BE49-F238E27FC236}">
                <a16:creationId xmlns:a16="http://schemas.microsoft.com/office/drawing/2014/main" id="{90FCB50C-19BB-4D63-B2B0-3EA0DE88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04 · lately</a:t>
            </a:r>
          </a:p>
        </p:txBody>
      </p:sp>
    </p:spTree>
    <p:extLst>
      <p:ext uri="{BB962C8B-B14F-4D97-AF65-F5344CB8AC3E}">
        <p14:creationId xmlns:p14="http://schemas.microsoft.com/office/powerpoint/2010/main" val="1968889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2026-08-13T13:59:04.8460000Z</dcterms:created>
  <dcterms:modified xsi:type="dcterms:W3CDTF">2026-08-13T13:59:04.8460000Z</dcterms:modified>
</coreProperties>
</file>